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6" r:id="rId21"/>
    <p:sldId id="277"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3B0D3"/>
    <a:srgbClr val="FF66FF"/>
    <a:srgbClr val="008E40"/>
    <a:srgbClr val="B3BD51"/>
    <a:srgbClr val="C648A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33" autoAdjust="0"/>
  </p:normalViewPr>
  <p:slideViewPr>
    <p:cSldViewPr snapToGrid="0" snapToObjects="1">
      <p:cViewPr varScale="1">
        <p:scale>
          <a:sx n="78" d="100"/>
          <a:sy n="78" d="100"/>
        </p:scale>
        <p:origin x="159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7729DF-619A-4120-9CCD-22D5D2CEC4F5}" type="doc">
      <dgm:prSet loTypeId="urn:microsoft.com/office/officeart/2005/8/layout/vList2" loCatId="list" qsTypeId="urn:microsoft.com/office/officeart/2005/8/quickstyle/3d3" qsCatId="3D" csTypeId="urn:microsoft.com/office/officeart/2005/8/colors/accent1_2" csCatId="accent1" phldr="1"/>
      <dgm:spPr/>
      <dgm:t>
        <a:bodyPr/>
        <a:lstStyle/>
        <a:p>
          <a:endParaRPr lang="en-IN"/>
        </a:p>
      </dgm:t>
    </dgm:pt>
    <dgm:pt modelId="{4E697B7B-1EF7-4DB4-AE06-80CE9499E23E}">
      <dgm:prSet/>
      <dgm:spPr>
        <a:solidFill>
          <a:schemeClr val="tx2">
            <a:lumMod val="50000"/>
          </a:schemeClr>
        </a:solidFill>
      </dgm:spPr>
      <dgm:t>
        <a:bodyPr/>
        <a:lstStyle/>
        <a:p>
          <a:r>
            <a:rPr lang="en-IN"/>
            <a:t>• Nutrition and exercise together shape overall fitness and health.</a:t>
          </a:r>
        </a:p>
      </dgm:t>
    </dgm:pt>
    <dgm:pt modelId="{B7C9912A-20A9-48F1-A33D-3DB30A1BEA27}" type="parTrans" cxnId="{3841B11D-ABE7-462B-A19A-3EB15490B5FB}">
      <dgm:prSet/>
      <dgm:spPr/>
      <dgm:t>
        <a:bodyPr/>
        <a:lstStyle/>
        <a:p>
          <a:endParaRPr lang="en-IN"/>
        </a:p>
      </dgm:t>
    </dgm:pt>
    <dgm:pt modelId="{A520464A-7236-41BF-A9B4-41D359BE49CD}" type="sibTrans" cxnId="{3841B11D-ABE7-462B-A19A-3EB15490B5FB}">
      <dgm:prSet/>
      <dgm:spPr/>
      <dgm:t>
        <a:bodyPr/>
        <a:lstStyle/>
        <a:p>
          <a:endParaRPr lang="en-IN"/>
        </a:p>
      </dgm:t>
    </dgm:pt>
    <dgm:pt modelId="{1273EF98-3A6A-4805-ACC7-1C0581A52936}">
      <dgm:prSet/>
      <dgm:spPr>
        <a:solidFill>
          <a:schemeClr val="tx2">
            <a:lumMod val="50000"/>
          </a:schemeClr>
        </a:solidFill>
        <a:ln>
          <a:solidFill>
            <a:schemeClr val="tx1"/>
          </a:solidFill>
        </a:ln>
      </dgm:spPr>
      <dgm:t>
        <a:bodyPr/>
        <a:lstStyle/>
        <a:p>
          <a:r>
            <a:rPr lang="en-IN" dirty="0"/>
            <a:t>• This study explores how dietary choices impact workout performance and body metrics.</a:t>
          </a:r>
        </a:p>
      </dgm:t>
    </dgm:pt>
    <dgm:pt modelId="{FB379139-B7A6-486D-8E21-415E9C6E814B}" type="parTrans" cxnId="{12B0132A-0246-4FB4-B92C-1E844BFD519B}">
      <dgm:prSet/>
      <dgm:spPr/>
      <dgm:t>
        <a:bodyPr/>
        <a:lstStyle/>
        <a:p>
          <a:endParaRPr lang="en-IN"/>
        </a:p>
      </dgm:t>
    </dgm:pt>
    <dgm:pt modelId="{C1E46FDF-84DB-4E9B-875B-5AD119DD1D5E}" type="sibTrans" cxnId="{12B0132A-0246-4FB4-B92C-1E844BFD519B}">
      <dgm:prSet/>
      <dgm:spPr/>
      <dgm:t>
        <a:bodyPr/>
        <a:lstStyle/>
        <a:p>
          <a:endParaRPr lang="en-IN"/>
        </a:p>
      </dgm:t>
    </dgm:pt>
    <dgm:pt modelId="{8B27D9FF-56E8-4181-93FE-32428A35BBC6}">
      <dgm:prSet/>
      <dgm:spPr>
        <a:solidFill>
          <a:schemeClr val="tx2">
            <a:lumMod val="50000"/>
          </a:schemeClr>
        </a:solidFill>
        <a:ln>
          <a:solidFill>
            <a:schemeClr val="tx1"/>
          </a:solidFill>
        </a:ln>
      </dgm:spPr>
      <dgm:t>
        <a:bodyPr/>
        <a:lstStyle/>
        <a:p>
          <a:r>
            <a:rPr lang="en-IN" dirty="0"/>
            <a:t>• The goal is to find patterns that help design effective, personalized health plans.</a:t>
          </a:r>
        </a:p>
      </dgm:t>
    </dgm:pt>
    <dgm:pt modelId="{42037713-C65C-4FA4-BCCF-1D2C5978EE11}" type="parTrans" cxnId="{F0A99EB3-4B95-4AD6-B228-E7F6FF6A06D7}">
      <dgm:prSet/>
      <dgm:spPr/>
      <dgm:t>
        <a:bodyPr/>
        <a:lstStyle/>
        <a:p>
          <a:endParaRPr lang="en-IN"/>
        </a:p>
      </dgm:t>
    </dgm:pt>
    <dgm:pt modelId="{07CBD9F2-E819-433B-86DB-774A85AD409C}" type="sibTrans" cxnId="{F0A99EB3-4B95-4AD6-B228-E7F6FF6A06D7}">
      <dgm:prSet/>
      <dgm:spPr/>
      <dgm:t>
        <a:bodyPr/>
        <a:lstStyle/>
        <a:p>
          <a:endParaRPr lang="en-IN"/>
        </a:p>
      </dgm:t>
    </dgm:pt>
    <dgm:pt modelId="{E8911C5F-5385-44EE-B144-E19773D2E025}" type="pres">
      <dgm:prSet presAssocID="{057729DF-619A-4120-9CCD-22D5D2CEC4F5}" presName="linear" presStyleCnt="0">
        <dgm:presLayoutVars>
          <dgm:animLvl val="lvl"/>
          <dgm:resizeHandles val="exact"/>
        </dgm:presLayoutVars>
      </dgm:prSet>
      <dgm:spPr/>
    </dgm:pt>
    <dgm:pt modelId="{9E624C36-A596-433C-B4F8-8CCFF3018CF8}" type="pres">
      <dgm:prSet presAssocID="{4E697B7B-1EF7-4DB4-AE06-80CE9499E23E}" presName="parentText" presStyleLbl="node1" presStyleIdx="0" presStyleCnt="3">
        <dgm:presLayoutVars>
          <dgm:chMax val="0"/>
          <dgm:bulletEnabled val="1"/>
        </dgm:presLayoutVars>
      </dgm:prSet>
      <dgm:spPr/>
    </dgm:pt>
    <dgm:pt modelId="{C65D3F5D-C2EA-43A1-8751-3697303D9A09}" type="pres">
      <dgm:prSet presAssocID="{A520464A-7236-41BF-A9B4-41D359BE49CD}" presName="spacer" presStyleCnt="0"/>
      <dgm:spPr/>
    </dgm:pt>
    <dgm:pt modelId="{488E8544-12B9-4650-9971-6BAA076431FA}" type="pres">
      <dgm:prSet presAssocID="{1273EF98-3A6A-4805-ACC7-1C0581A52936}" presName="parentText" presStyleLbl="node1" presStyleIdx="1" presStyleCnt="3">
        <dgm:presLayoutVars>
          <dgm:chMax val="0"/>
          <dgm:bulletEnabled val="1"/>
        </dgm:presLayoutVars>
      </dgm:prSet>
      <dgm:spPr/>
    </dgm:pt>
    <dgm:pt modelId="{B84B5A4B-49C2-4B10-A281-8832BC957B2A}" type="pres">
      <dgm:prSet presAssocID="{C1E46FDF-84DB-4E9B-875B-5AD119DD1D5E}" presName="spacer" presStyleCnt="0"/>
      <dgm:spPr/>
    </dgm:pt>
    <dgm:pt modelId="{89031901-6B33-4F95-8AF6-FA6441F4DDFC}" type="pres">
      <dgm:prSet presAssocID="{8B27D9FF-56E8-4181-93FE-32428A35BBC6}" presName="parentText" presStyleLbl="node1" presStyleIdx="2" presStyleCnt="3">
        <dgm:presLayoutVars>
          <dgm:chMax val="0"/>
          <dgm:bulletEnabled val="1"/>
        </dgm:presLayoutVars>
      </dgm:prSet>
      <dgm:spPr/>
    </dgm:pt>
  </dgm:ptLst>
  <dgm:cxnLst>
    <dgm:cxn modelId="{3841B11D-ABE7-462B-A19A-3EB15490B5FB}" srcId="{057729DF-619A-4120-9CCD-22D5D2CEC4F5}" destId="{4E697B7B-1EF7-4DB4-AE06-80CE9499E23E}" srcOrd="0" destOrd="0" parTransId="{B7C9912A-20A9-48F1-A33D-3DB30A1BEA27}" sibTransId="{A520464A-7236-41BF-A9B4-41D359BE49CD}"/>
    <dgm:cxn modelId="{12B0132A-0246-4FB4-B92C-1E844BFD519B}" srcId="{057729DF-619A-4120-9CCD-22D5D2CEC4F5}" destId="{1273EF98-3A6A-4805-ACC7-1C0581A52936}" srcOrd="1" destOrd="0" parTransId="{FB379139-B7A6-486D-8E21-415E9C6E814B}" sibTransId="{C1E46FDF-84DB-4E9B-875B-5AD119DD1D5E}"/>
    <dgm:cxn modelId="{E4A1063A-7405-43D1-93D8-CE114255C7D5}" type="presOf" srcId="{8B27D9FF-56E8-4181-93FE-32428A35BBC6}" destId="{89031901-6B33-4F95-8AF6-FA6441F4DDFC}" srcOrd="0" destOrd="0" presId="urn:microsoft.com/office/officeart/2005/8/layout/vList2"/>
    <dgm:cxn modelId="{88D7705A-D753-4C6A-98F7-EFA2FA1E758F}" type="presOf" srcId="{1273EF98-3A6A-4805-ACC7-1C0581A52936}" destId="{488E8544-12B9-4650-9971-6BAA076431FA}" srcOrd="0" destOrd="0" presId="urn:microsoft.com/office/officeart/2005/8/layout/vList2"/>
    <dgm:cxn modelId="{F0A99EB3-4B95-4AD6-B228-E7F6FF6A06D7}" srcId="{057729DF-619A-4120-9CCD-22D5D2CEC4F5}" destId="{8B27D9FF-56E8-4181-93FE-32428A35BBC6}" srcOrd="2" destOrd="0" parTransId="{42037713-C65C-4FA4-BCCF-1D2C5978EE11}" sibTransId="{07CBD9F2-E819-433B-86DB-774A85AD409C}"/>
    <dgm:cxn modelId="{2674CCEC-973B-43C0-BC6B-35504A26A5E5}" type="presOf" srcId="{4E697B7B-1EF7-4DB4-AE06-80CE9499E23E}" destId="{9E624C36-A596-433C-B4F8-8CCFF3018CF8}" srcOrd="0" destOrd="0" presId="urn:microsoft.com/office/officeart/2005/8/layout/vList2"/>
    <dgm:cxn modelId="{E3DAC6F5-7E68-4F82-B14D-58CD89012A32}" type="presOf" srcId="{057729DF-619A-4120-9CCD-22D5D2CEC4F5}" destId="{E8911C5F-5385-44EE-B144-E19773D2E025}" srcOrd="0" destOrd="0" presId="urn:microsoft.com/office/officeart/2005/8/layout/vList2"/>
    <dgm:cxn modelId="{7C543E8F-8BB6-41F2-9C04-4E220677BC57}" type="presParOf" srcId="{E8911C5F-5385-44EE-B144-E19773D2E025}" destId="{9E624C36-A596-433C-B4F8-8CCFF3018CF8}" srcOrd="0" destOrd="0" presId="urn:microsoft.com/office/officeart/2005/8/layout/vList2"/>
    <dgm:cxn modelId="{DA1F8D9D-5CD5-480B-A93D-40B06F1E7446}" type="presParOf" srcId="{E8911C5F-5385-44EE-B144-E19773D2E025}" destId="{C65D3F5D-C2EA-43A1-8751-3697303D9A09}" srcOrd="1" destOrd="0" presId="urn:microsoft.com/office/officeart/2005/8/layout/vList2"/>
    <dgm:cxn modelId="{169DC121-BF7E-45F3-AAB9-3B550DFFB128}" type="presParOf" srcId="{E8911C5F-5385-44EE-B144-E19773D2E025}" destId="{488E8544-12B9-4650-9971-6BAA076431FA}" srcOrd="2" destOrd="0" presId="urn:microsoft.com/office/officeart/2005/8/layout/vList2"/>
    <dgm:cxn modelId="{75F3CD5A-DD78-4681-8CDC-8037184C243E}" type="presParOf" srcId="{E8911C5F-5385-44EE-B144-E19773D2E025}" destId="{B84B5A4B-49C2-4B10-A281-8832BC957B2A}" srcOrd="3" destOrd="0" presId="urn:microsoft.com/office/officeart/2005/8/layout/vList2"/>
    <dgm:cxn modelId="{4FCA0BF6-1052-44CE-9E08-977AA1A761D2}" type="presParOf" srcId="{E8911C5F-5385-44EE-B144-E19773D2E025}" destId="{89031901-6B33-4F95-8AF6-FA6441F4DDF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A445EB-493C-4465-AD87-D47EB5637B9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9D0C0FCD-54B2-4F71-9E22-7F594B62B445}">
      <dgm:prSet/>
      <dgm:spPr>
        <a:solidFill>
          <a:schemeClr val="accent5">
            <a:lumMod val="75000"/>
          </a:schemeClr>
        </a:solidFill>
      </dgm:spPr>
      <dgm:t>
        <a:bodyPr/>
        <a:lstStyle/>
        <a:p>
          <a:r>
            <a:rPr lang="en-US" dirty="0"/>
            <a:t>-&gt; People often face difficulty maintaining consistent fitness progress because the impact of dietary choices on exercise performance is not well understood. This study aims to investigate how  food composition and nutrient intake affect energy expenditure, body metrics, and overall workout outcomes.</a:t>
          </a:r>
          <a:endParaRPr lang="en-IN" dirty="0"/>
        </a:p>
      </dgm:t>
    </dgm:pt>
    <dgm:pt modelId="{B84E6FBD-C500-42D1-8A9B-FE5EA8EBDD12}" type="parTrans" cxnId="{95784B4B-E5C9-4954-A8FA-4D94094AFF72}">
      <dgm:prSet/>
      <dgm:spPr/>
      <dgm:t>
        <a:bodyPr/>
        <a:lstStyle/>
        <a:p>
          <a:endParaRPr lang="en-IN"/>
        </a:p>
      </dgm:t>
    </dgm:pt>
    <dgm:pt modelId="{FFD29FF1-8861-46FB-A441-F59533D26061}" type="sibTrans" cxnId="{95784B4B-E5C9-4954-A8FA-4D94094AFF72}">
      <dgm:prSet/>
      <dgm:spPr/>
      <dgm:t>
        <a:bodyPr/>
        <a:lstStyle/>
        <a:p>
          <a:endParaRPr lang="en-IN"/>
        </a:p>
      </dgm:t>
    </dgm:pt>
    <dgm:pt modelId="{67C16672-E45E-4E9B-B8FF-0D32A1B87775}" type="pres">
      <dgm:prSet presAssocID="{A1A445EB-493C-4465-AD87-D47EB5637B97}" presName="linear" presStyleCnt="0">
        <dgm:presLayoutVars>
          <dgm:animLvl val="lvl"/>
          <dgm:resizeHandles val="exact"/>
        </dgm:presLayoutVars>
      </dgm:prSet>
      <dgm:spPr/>
    </dgm:pt>
    <dgm:pt modelId="{CBC5EE35-5BAC-48C7-ABC3-42A68D9D7913}" type="pres">
      <dgm:prSet presAssocID="{9D0C0FCD-54B2-4F71-9E22-7F594B62B445}" presName="parentText" presStyleLbl="node1" presStyleIdx="0" presStyleCnt="1">
        <dgm:presLayoutVars>
          <dgm:chMax val="0"/>
          <dgm:bulletEnabled val="1"/>
        </dgm:presLayoutVars>
      </dgm:prSet>
      <dgm:spPr/>
    </dgm:pt>
  </dgm:ptLst>
  <dgm:cxnLst>
    <dgm:cxn modelId="{95784B4B-E5C9-4954-A8FA-4D94094AFF72}" srcId="{A1A445EB-493C-4465-AD87-D47EB5637B97}" destId="{9D0C0FCD-54B2-4F71-9E22-7F594B62B445}" srcOrd="0" destOrd="0" parTransId="{B84E6FBD-C500-42D1-8A9B-FE5EA8EBDD12}" sibTransId="{FFD29FF1-8861-46FB-A441-F59533D26061}"/>
    <dgm:cxn modelId="{D0F16F73-9261-4DAF-A106-397EEEA8562F}" type="presOf" srcId="{A1A445EB-493C-4465-AD87-D47EB5637B97}" destId="{67C16672-E45E-4E9B-B8FF-0D32A1B87775}" srcOrd="0" destOrd="0" presId="urn:microsoft.com/office/officeart/2005/8/layout/vList2"/>
    <dgm:cxn modelId="{7B9406EC-1D1B-4541-972C-E9E10A125E53}" type="presOf" srcId="{9D0C0FCD-54B2-4F71-9E22-7F594B62B445}" destId="{CBC5EE35-5BAC-48C7-ABC3-42A68D9D7913}" srcOrd="0" destOrd="0" presId="urn:microsoft.com/office/officeart/2005/8/layout/vList2"/>
    <dgm:cxn modelId="{38C766CE-A6ED-4E60-8C66-0F5270E911A2}" type="presParOf" srcId="{67C16672-E45E-4E9B-B8FF-0D32A1B87775}" destId="{CBC5EE35-5BAC-48C7-ABC3-42A68D9D791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187DC6F-7D5B-42BC-981A-07A53EE2166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60FFFBA6-2C6B-4CCC-B00A-864D0934DD88}">
      <dgm:prSet/>
      <dgm:spPr/>
      <dgm:t>
        <a:bodyPr/>
        <a:lstStyle/>
        <a:p>
          <a:r>
            <a:rPr lang="en-US" b="0" cap="none" spc="0">
              <a:ln w="0"/>
              <a:solidFill>
                <a:schemeClr val="tx1"/>
              </a:solidFill>
              <a:effectLst>
                <a:outerShdw blurRad="38100" dist="19050" dir="2700000" algn="tl" rotWithShape="0">
                  <a:schemeClr val="dk1">
                    <a:alpha val="40000"/>
                  </a:schemeClr>
                </a:outerShdw>
              </a:effectLst>
            </a:rPr>
            <a:t>Integrate nutrition and gym datasets.</a:t>
          </a:r>
          <a:endParaRPr lang="en-IN" b="0" cap="none" spc="0">
            <a:ln w="0"/>
            <a:solidFill>
              <a:schemeClr val="tx1"/>
            </a:solidFill>
            <a:effectLst>
              <a:outerShdw blurRad="38100" dist="19050" dir="2700000" algn="tl" rotWithShape="0">
                <a:schemeClr val="dk1">
                  <a:alpha val="40000"/>
                </a:schemeClr>
              </a:outerShdw>
            </a:effectLst>
          </a:endParaRPr>
        </a:p>
      </dgm:t>
    </dgm:pt>
    <dgm:pt modelId="{42106E34-BDB4-44F0-81B4-E03238BE6DCA}" type="parTrans" cxnId="{1766E624-681C-4B5B-BD9B-04EF1F4E2377}">
      <dgm:prSet/>
      <dgm:spPr/>
      <dgm:t>
        <a:bodyPr/>
        <a:lstStyle/>
        <a:p>
          <a:endParaRPr lang="en-IN"/>
        </a:p>
      </dgm:t>
    </dgm:pt>
    <dgm:pt modelId="{C073E6F5-EBB8-43BA-8D35-368290770FF9}" type="sibTrans" cxnId="{1766E624-681C-4B5B-BD9B-04EF1F4E2377}">
      <dgm:prSet/>
      <dgm:spPr/>
      <dgm:t>
        <a:bodyPr/>
        <a:lstStyle/>
        <a:p>
          <a:endParaRPr lang="en-IN"/>
        </a:p>
      </dgm:t>
    </dgm:pt>
    <dgm:pt modelId="{1B74C1F2-02B5-4B98-A43C-18CAFE506AA2}">
      <dgm:prSet/>
      <dgm:spPr/>
      <dgm:t>
        <a:bodyPr/>
        <a:lstStyle/>
        <a:p>
          <a:r>
            <a:rPr lang="en-US" b="0" cap="none" spc="0" dirty="0">
              <a:ln w="0"/>
              <a:solidFill>
                <a:schemeClr val="tx1"/>
              </a:solidFill>
              <a:effectLst>
                <a:outerShdw blurRad="38100" dist="19050" dir="2700000" algn="tl" rotWithShape="0">
                  <a:schemeClr val="dk1">
                    <a:alpha val="40000"/>
                  </a:schemeClr>
                </a:outerShdw>
              </a:effectLst>
            </a:rPr>
            <a:t>Clean, preprocess, and merge both data sources.</a:t>
          </a:r>
          <a:endParaRPr lang="en-IN" b="0" cap="none" spc="0" dirty="0">
            <a:ln w="0"/>
            <a:solidFill>
              <a:schemeClr val="tx1"/>
            </a:solidFill>
            <a:effectLst>
              <a:outerShdw blurRad="38100" dist="19050" dir="2700000" algn="tl" rotWithShape="0">
                <a:schemeClr val="dk1">
                  <a:alpha val="40000"/>
                </a:schemeClr>
              </a:outerShdw>
            </a:effectLst>
          </a:endParaRPr>
        </a:p>
      </dgm:t>
    </dgm:pt>
    <dgm:pt modelId="{A0207090-E4E5-48C6-9A22-3B9B3C766949}" type="parTrans" cxnId="{67BED0DE-06B4-4AAD-980B-F37FB594A24D}">
      <dgm:prSet/>
      <dgm:spPr/>
      <dgm:t>
        <a:bodyPr/>
        <a:lstStyle/>
        <a:p>
          <a:endParaRPr lang="en-IN"/>
        </a:p>
      </dgm:t>
    </dgm:pt>
    <dgm:pt modelId="{174FF0BD-AA43-4C74-A958-259F060B8A74}" type="sibTrans" cxnId="{67BED0DE-06B4-4AAD-980B-F37FB594A24D}">
      <dgm:prSet/>
      <dgm:spPr/>
      <dgm:t>
        <a:bodyPr/>
        <a:lstStyle/>
        <a:p>
          <a:endParaRPr lang="en-IN"/>
        </a:p>
      </dgm:t>
    </dgm:pt>
    <dgm:pt modelId="{0A48C0D4-2EDB-4244-9EDB-D8E4E2B7C3D0}">
      <dgm:prSet/>
      <dgm:spPr/>
      <dgm:t>
        <a:bodyPr/>
        <a:lstStyle/>
        <a:p>
          <a:r>
            <a:rPr lang="en-US" b="0" cap="none" spc="0" dirty="0">
              <a:ln w="0"/>
              <a:solidFill>
                <a:schemeClr val="tx1"/>
              </a:solidFill>
              <a:effectLst>
                <a:outerShdw blurRad="38100" dist="19050" dir="2700000" algn="tl" rotWithShape="0">
                  <a:schemeClr val="dk1">
                    <a:alpha val="40000"/>
                  </a:schemeClr>
                </a:outerShdw>
              </a:effectLst>
            </a:rPr>
            <a:t>Perform Exploratory data analysis (EDA) to find relationships between dietary habits and exercise outcomes.</a:t>
          </a:r>
          <a:endParaRPr lang="en-IN" b="0" cap="none" spc="0" dirty="0">
            <a:ln w="0"/>
            <a:solidFill>
              <a:schemeClr val="tx1"/>
            </a:solidFill>
            <a:effectLst>
              <a:outerShdw blurRad="38100" dist="19050" dir="2700000" algn="tl" rotWithShape="0">
                <a:schemeClr val="dk1">
                  <a:alpha val="40000"/>
                </a:schemeClr>
              </a:outerShdw>
            </a:effectLst>
          </a:endParaRPr>
        </a:p>
      </dgm:t>
    </dgm:pt>
    <dgm:pt modelId="{5CEE0A2B-5395-49EE-B52C-D16D904BC0A0}" type="parTrans" cxnId="{272C9629-7735-4015-8769-2E5A41FBB282}">
      <dgm:prSet/>
      <dgm:spPr/>
      <dgm:t>
        <a:bodyPr/>
        <a:lstStyle/>
        <a:p>
          <a:endParaRPr lang="en-IN"/>
        </a:p>
      </dgm:t>
    </dgm:pt>
    <dgm:pt modelId="{60F07C36-12B6-4667-9AFD-2BCBA6513AD8}" type="sibTrans" cxnId="{272C9629-7735-4015-8769-2E5A41FBB282}">
      <dgm:prSet/>
      <dgm:spPr/>
      <dgm:t>
        <a:bodyPr/>
        <a:lstStyle/>
        <a:p>
          <a:endParaRPr lang="en-IN"/>
        </a:p>
      </dgm:t>
    </dgm:pt>
    <dgm:pt modelId="{B93EF5CF-2C4D-46CD-B930-E00DD7404037}">
      <dgm:prSet/>
      <dgm:spPr/>
      <dgm:t>
        <a:bodyPr/>
        <a:lstStyle/>
        <a:p>
          <a:r>
            <a:rPr lang="en-US" b="0" cap="none" spc="0" dirty="0">
              <a:ln w="0"/>
              <a:solidFill>
                <a:schemeClr val="tx1"/>
              </a:solidFill>
              <a:effectLst>
                <a:outerShdw blurRad="38100" dist="19050" dir="2700000" algn="tl" rotWithShape="0">
                  <a:schemeClr val="dk1">
                    <a:alpha val="40000"/>
                  </a:schemeClr>
                </a:outerShdw>
              </a:effectLst>
            </a:rPr>
            <a:t>Visualize trends and correlations to guide health optimization.</a:t>
          </a:r>
          <a:endParaRPr lang="en-IN" b="0" cap="none" spc="0" dirty="0">
            <a:ln w="0"/>
            <a:solidFill>
              <a:schemeClr val="tx1"/>
            </a:solidFill>
            <a:effectLst>
              <a:outerShdw blurRad="38100" dist="19050" dir="2700000" algn="tl" rotWithShape="0">
                <a:schemeClr val="dk1">
                  <a:alpha val="40000"/>
                </a:schemeClr>
              </a:outerShdw>
            </a:effectLst>
          </a:endParaRPr>
        </a:p>
      </dgm:t>
    </dgm:pt>
    <dgm:pt modelId="{AA82FC43-050D-48D3-BD3F-94A9C5946CDA}" type="parTrans" cxnId="{775918AE-6BAE-4E95-B7BF-448204803461}">
      <dgm:prSet/>
      <dgm:spPr/>
      <dgm:t>
        <a:bodyPr/>
        <a:lstStyle/>
        <a:p>
          <a:endParaRPr lang="en-IN"/>
        </a:p>
      </dgm:t>
    </dgm:pt>
    <dgm:pt modelId="{A1279AFA-7DE0-4D41-BB10-D38D098C60EA}" type="sibTrans" cxnId="{775918AE-6BAE-4E95-B7BF-448204803461}">
      <dgm:prSet/>
      <dgm:spPr/>
      <dgm:t>
        <a:bodyPr/>
        <a:lstStyle/>
        <a:p>
          <a:endParaRPr lang="en-IN"/>
        </a:p>
      </dgm:t>
    </dgm:pt>
    <dgm:pt modelId="{9759B51B-3A0B-4FBF-937D-C06FEFD9543B}" type="pres">
      <dgm:prSet presAssocID="{9187DC6F-7D5B-42BC-981A-07A53EE21666}" presName="linear" presStyleCnt="0">
        <dgm:presLayoutVars>
          <dgm:animLvl val="lvl"/>
          <dgm:resizeHandles val="exact"/>
        </dgm:presLayoutVars>
      </dgm:prSet>
      <dgm:spPr/>
    </dgm:pt>
    <dgm:pt modelId="{538ACD68-E326-4A21-8700-85E1680B1831}" type="pres">
      <dgm:prSet presAssocID="{60FFFBA6-2C6B-4CCC-B00A-864D0934DD88}" presName="parentText" presStyleLbl="node1" presStyleIdx="0" presStyleCnt="4">
        <dgm:presLayoutVars>
          <dgm:chMax val="0"/>
          <dgm:bulletEnabled val="1"/>
        </dgm:presLayoutVars>
      </dgm:prSet>
      <dgm:spPr/>
    </dgm:pt>
    <dgm:pt modelId="{5FE5D6FC-B473-42DF-8624-4D3C8BE16E64}" type="pres">
      <dgm:prSet presAssocID="{C073E6F5-EBB8-43BA-8D35-368290770FF9}" presName="spacer" presStyleCnt="0"/>
      <dgm:spPr/>
    </dgm:pt>
    <dgm:pt modelId="{6B8ED57B-BA5D-4137-9FCD-68485AB06817}" type="pres">
      <dgm:prSet presAssocID="{1B74C1F2-02B5-4B98-A43C-18CAFE506AA2}" presName="parentText" presStyleLbl="node1" presStyleIdx="1" presStyleCnt="4">
        <dgm:presLayoutVars>
          <dgm:chMax val="0"/>
          <dgm:bulletEnabled val="1"/>
        </dgm:presLayoutVars>
      </dgm:prSet>
      <dgm:spPr/>
    </dgm:pt>
    <dgm:pt modelId="{8200DBE4-5DE3-456B-9C70-033AB5066288}" type="pres">
      <dgm:prSet presAssocID="{174FF0BD-AA43-4C74-A958-259F060B8A74}" presName="spacer" presStyleCnt="0"/>
      <dgm:spPr/>
    </dgm:pt>
    <dgm:pt modelId="{4EE6FC1F-9FB3-4B25-A46A-4EAD6A34833E}" type="pres">
      <dgm:prSet presAssocID="{0A48C0D4-2EDB-4244-9EDB-D8E4E2B7C3D0}" presName="parentText" presStyleLbl="node1" presStyleIdx="2" presStyleCnt="4">
        <dgm:presLayoutVars>
          <dgm:chMax val="0"/>
          <dgm:bulletEnabled val="1"/>
        </dgm:presLayoutVars>
      </dgm:prSet>
      <dgm:spPr/>
    </dgm:pt>
    <dgm:pt modelId="{E7383E6E-4C40-4C2A-B498-C172C591EAF5}" type="pres">
      <dgm:prSet presAssocID="{60F07C36-12B6-4667-9AFD-2BCBA6513AD8}" presName="spacer" presStyleCnt="0"/>
      <dgm:spPr/>
    </dgm:pt>
    <dgm:pt modelId="{632DBC71-3EA7-4049-AC55-09D592281EA7}" type="pres">
      <dgm:prSet presAssocID="{B93EF5CF-2C4D-46CD-B930-E00DD7404037}" presName="parentText" presStyleLbl="node1" presStyleIdx="3" presStyleCnt="4">
        <dgm:presLayoutVars>
          <dgm:chMax val="0"/>
          <dgm:bulletEnabled val="1"/>
        </dgm:presLayoutVars>
      </dgm:prSet>
      <dgm:spPr/>
    </dgm:pt>
  </dgm:ptLst>
  <dgm:cxnLst>
    <dgm:cxn modelId="{1766E624-681C-4B5B-BD9B-04EF1F4E2377}" srcId="{9187DC6F-7D5B-42BC-981A-07A53EE21666}" destId="{60FFFBA6-2C6B-4CCC-B00A-864D0934DD88}" srcOrd="0" destOrd="0" parTransId="{42106E34-BDB4-44F0-81B4-E03238BE6DCA}" sibTransId="{C073E6F5-EBB8-43BA-8D35-368290770FF9}"/>
    <dgm:cxn modelId="{272C9629-7735-4015-8769-2E5A41FBB282}" srcId="{9187DC6F-7D5B-42BC-981A-07A53EE21666}" destId="{0A48C0D4-2EDB-4244-9EDB-D8E4E2B7C3D0}" srcOrd="2" destOrd="0" parTransId="{5CEE0A2B-5395-49EE-B52C-D16D904BC0A0}" sibTransId="{60F07C36-12B6-4667-9AFD-2BCBA6513AD8}"/>
    <dgm:cxn modelId="{ADB1F038-F399-4B36-AB1A-8CC8794FE3FD}" type="presOf" srcId="{60FFFBA6-2C6B-4CCC-B00A-864D0934DD88}" destId="{538ACD68-E326-4A21-8700-85E1680B1831}" srcOrd="0" destOrd="0" presId="urn:microsoft.com/office/officeart/2005/8/layout/vList2"/>
    <dgm:cxn modelId="{05E37E69-3395-4053-B9D5-6B0C80E46721}" type="presOf" srcId="{9187DC6F-7D5B-42BC-981A-07A53EE21666}" destId="{9759B51B-3A0B-4FBF-937D-C06FEFD9543B}" srcOrd="0" destOrd="0" presId="urn:microsoft.com/office/officeart/2005/8/layout/vList2"/>
    <dgm:cxn modelId="{8B969E71-E5FF-497F-9A74-E8AA61D01F0E}" type="presOf" srcId="{1B74C1F2-02B5-4B98-A43C-18CAFE506AA2}" destId="{6B8ED57B-BA5D-4137-9FCD-68485AB06817}" srcOrd="0" destOrd="0" presId="urn:microsoft.com/office/officeart/2005/8/layout/vList2"/>
    <dgm:cxn modelId="{775918AE-6BAE-4E95-B7BF-448204803461}" srcId="{9187DC6F-7D5B-42BC-981A-07A53EE21666}" destId="{B93EF5CF-2C4D-46CD-B930-E00DD7404037}" srcOrd="3" destOrd="0" parTransId="{AA82FC43-050D-48D3-BD3F-94A9C5946CDA}" sibTransId="{A1279AFA-7DE0-4D41-BB10-D38D098C60EA}"/>
    <dgm:cxn modelId="{668562B8-E9A5-4BE0-B43B-E1CF9D6F8C16}" type="presOf" srcId="{0A48C0D4-2EDB-4244-9EDB-D8E4E2B7C3D0}" destId="{4EE6FC1F-9FB3-4B25-A46A-4EAD6A34833E}" srcOrd="0" destOrd="0" presId="urn:microsoft.com/office/officeart/2005/8/layout/vList2"/>
    <dgm:cxn modelId="{67BED0DE-06B4-4AAD-980B-F37FB594A24D}" srcId="{9187DC6F-7D5B-42BC-981A-07A53EE21666}" destId="{1B74C1F2-02B5-4B98-A43C-18CAFE506AA2}" srcOrd="1" destOrd="0" parTransId="{A0207090-E4E5-48C6-9A22-3B9B3C766949}" sibTransId="{174FF0BD-AA43-4C74-A958-259F060B8A74}"/>
    <dgm:cxn modelId="{827A30E3-DCBA-4025-A2EB-4A62EE140A69}" type="presOf" srcId="{B93EF5CF-2C4D-46CD-B930-E00DD7404037}" destId="{632DBC71-3EA7-4049-AC55-09D592281EA7}" srcOrd="0" destOrd="0" presId="urn:microsoft.com/office/officeart/2005/8/layout/vList2"/>
    <dgm:cxn modelId="{11FE5BAF-D099-4731-9766-44903703181E}" type="presParOf" srcId="{9759B51B-3A0B-4FBF-937D-C06FEFD9543B}" destId="{538ACD68-E326-4A21-8700-85E1680B1831}" srcOrd="0" destOrd="0" presId="urn:microsoft.com/office/officeart/2005/8/layout/vList2"/>
    <dgm:cxn modelId="{8BD4872D-F111-4A0F-A2D2-9A942F4BF119}" type="presParOf" srcId="{9759B51B-3A0B-4FBF-937D-C06FEFD9543B}" destId="{5FE5D6FC-B473-42DF-8624-4D3C8BE16E64}" srcOrd="1" destOrd="0" presId="urn:microsoft.com/office/officeart/2005/8/layout/vList2"/>
    <dgm:cxn modelId="{1F83BB73-12A1-48BA-9D9F-362B6BE6838C}" type="presParOf" srcId="{9759B51B-3A0B-4FBF-937D-C06FEFD9543B}" destId="{6B8ED57B-BA5D-4137-9FCD-68485AB06817}" srcOrd="2" destOrd="0" presId="urn:microsoft.com/office/officeart/2005/8/layout/vList2"/>
    <dgm:cxn modelId="{7D6B5CA1-FFBE-443C-B340-A58CA0496BFA}" type="presParOf" srcId="{9759B51B-3A0B-4FBF-937D-C06FEFD9543B}" destId="{8200DBE4-5DE3-456B-9C70-033AB5066288}" srcOrd="3" destOrd="0" presId="urn:microsoft.com/office/officeart/2005/8/layout/vList2"/>
    <dgm:cxn modelId="{DBF59D19-AE9E-429F-9BEE-71003839E45D}" type="presParOf" srcId="{9759B51B-3A0B-4FBF-937D-C06FEFD9543B}" destId="{4EE6FC1F-9FB3-4B25-A46A-4EAD6A34833E}" srcOrd="4" destOrd="0" presId="urn:microsoft.com/office/officeart/2005/8/layout/vList2"/>
    <dgm:cxn modelId="{F519B910-706A-4509-A952-6B32465EE8E5}" type="presParOf" srcId="{9759B51B-3A0B-4FBF-937D-C06FEFD9543B}" destId="{E7383E6E-4C40-4C2A-B498-C172C591EAF5}" srcOrd="5" destOrd="0" presId="urn:microsoft.com/office/officeart/2005/8/layout/vList2"/>
    <dgm:cxn modelId="{64DB2231-8769-4122-A9AD-C69DD8DB61EF}" type="presParOf" srcId="{9759B51B-3A0B-4FBF-937D-C06FEFD9543B}" destId="{632DBC71-3EA7-4049-AC55-09D592281EA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9DB04FF-7709-4ACC-9758-D4775680EC35}" type="doc">
      <dgm:prSet loTypeId="urn:microsoft.com/office/officeart/2005/8/layout/vList2" loCatId="list" qsTypeId="urn:microsoft.com/office/officeart/2005/8/quickstyle/simple2" qsCatId="simple" csTypeId="urn:microsoft.com/office/officeart/2005/8/colors/accent1_2" csCatId="accent1" phldr="1"/>
      <dgm:spPr/>
      <dgm:t>
        <a:bodyPr/>
        <a:lstStyle/>
        <a:p>
          <a:endParaRPr lang="en-IN"/>
        </a:p>
      </dgm:t>
    </dgm:pt>
    <dgm:pt modelId="{57CC715E-70F6-4B61-8D5B-573D1066189D}">
      <dgm:prSet/>
      <dgm:spPr>
        <a:solidFill>
          <a:schemeClr val="accent4">
            <a:lumMod val="50000"/>
          </a:schemeClr>
        </a:solidFill>
      </dgm:spPr>
      <dgm:t>
        <a:bodyPr/>
        <a:lstStyle/>
        <a:p>
          <a:r>
            <a:rPr lang="en-IN" dirty="0"/>
            <a:t>• Dataset 1: Daily Food Nutrition Dataset</a:t>
          </a:r>
        </a:p>
      </dgm:t>
    </dgm:pt>
    <dgm:pt modelId="{121DDB91-7BFF-4DC3-B0DA-203A9B9BBD65}" type="parTrans" cxnId="{65F4B640-FC44-4E9A-A0A4-D163B8CD8179}">
      <dgm:prSet/>
      <dgm:spPr/>
      <dgm:t>
        <a:bodyPr/>
        <a:lstStyle/>
        <a:p>
          <a:endParaRPr lang="en-IN"/>
        </a:p>
      </dgm:t>
    </dgm:pt>
    <dgm:pt modelId="{66FBAD55-8C76-46B9-BC54-B48C1DF821D3}" type="sibTrans" cxnId="{65F4B640-FC44-4E9A-A0A4-D163B8CD8179}">
      <dgm:prSet/>
      <dgm:spPr/>
      <dgm:t>
        <a:bodyPr/>
        <a:lstStyle/>
        <a:p>
          <a:endParaRPr lang="en-IN"/>
        </a:p>
      </dgm:t>
    </dgm:pt>
    <dgm:pt modelId="{75B1097A-AFFA-49F5-B490-FB6F9D738CBD}">
      <dgm:prSet/>
      <dgm:spPr>
        <a:solidFill>
          <a:schemeClr val="accent4">
            <a:lumMod val="50000"/>
          </a:schemeClr>
        </a:solidFill>
      </dgm:spPr>
      <dgm:t>
        <a:bodyPr/>
        <a:lstStyle/>
        <a:p>
          <a:r>
            <a:rPr lang="en-IN" dirty="0"/>
            <a:t>- Attributes: Calories, Protein, Carbs, Fat, 	Sugars,  	Cholesterol, etc.</a:t>
          </a:r>
        </a:p>
      </dgm:t>
    </dgm:pt>
    <dgm:pt modelId="{488A7B89-0992-416E-86FD-9C3E8E6D078D}" type="parTrans" cxnId="{01B671BA-712A-4984-B1C9-EB1C19C678EB}">
      <dgm:prSet/>
      <dgm:spPr/>
      <dgm:t>
        <a:bodyPr/>
        <a:lstStyle/>
        <a:p>
          <a:endParaRPr lang="en-IN"/>
        </a:p>
      </dgm:t>
    </dgm:pt>
    <dgm:pt modelId="{C3ABEAA5-A82E-47B5-86CB-524081CB080E}" type="sibTrans" cxnId="{01B671BA-712A-4984-B1C9-EB1C19C678EB}">
      <dgm:prSet/>
      <dgm:spPr/>
      <dgm:t>
        <a:bodyPr/>
        <a:lstStyle/>
        <a:p>
          <a:endParaRPr lang="en-IN"/>
        </a:p>
      </dgm:t>
    </dgm:pt>
    <dgm:pt modelId="{1AFBC3FD-9E9D-49D3-9F39-5E01F3C45019}">
      <dgm:prSet/>
      <dgm:spPr>
        <a:solidFill>
          <a:schemeClr val="accent4">
            <a:lumMod val="50000"/>
          </a:schemeClr>
        </a:solidFill>
      </dgm:spPr>
      <dgm:t>
        <a:bodyPr/>
        <a:lstStyle/>
        <a:p>
          <a:r>
            <a:rPr lang="en-IN" dirty="0"/>
            <a:t>• Dataset 2: Gym Members Exercise Tracking</a:t>
          </a:r>
        </a:p>
      </dgm:t>
    </dgm:pt>
    <dgm:pt modelId="{92CEEEB4-7ACE-473C-A7D7-2223C2192465}" type="parTrans" cxnId="{2EDE7FCB-8A66-45F0-9515-FFF30ABF14A4}">
      <dgm:prSet/>
      <dgm:spPr/>
      <dgm:t>
        <a:bodyPr/>
        <a:lstStyle/>
        <a:p>
          <a:endParaRPr lang="en-IN"/>
        </a:p>
      </dgm:t>
    </dgm:pt>
    <dgm:pt modelId="{8970E095-DAEF-4927-AEE0-63477699502D}" type="sibTrans" cxnId="{2EDE7FCB-8A66-45F0-9515-FFF30ABF14A4}">
      <dgm:prSet/>
      <dgm:spPr/>
      <dgm:t>
        <a:bodyPr/>
        <a:lstStyle/>
        <a:p>
          <a:endParaRPr lang="en-IN"/>
        </a:p>
      </dgm:t>
    </dgm:pt>
    <dgm:pt modelId="{0E392105-ED88-4E36-8F4F-861FB118536B}">
      <dgm:prSet/>
      <dgm:spPr>
        <a:solidFill>
          <a:schemeClr val="accent4">
            <a:lumMod val="50000"/>
          </a:schemeClr>
        </a:solidFill>
      </dgm:spPr>
      <dgm:t>
        <a:bodyPr/>
        <a:lstStyle/>
        <a:p>
          <a:r>
            <a:rPr lang="en-IN" dirty="0"/>
            <a:t>- Attributes: Workout Frequency, Duration,  Calories Burned, BMI, Fat Percentage, Age.</a:t>
          </a:r>
        </a:p>
      </dgm:t>
    </dgm:pt>
    <dgm:pt modelId="{E7D7D99B-7ED3-4EC5-96CC-C553A3231D82}" type="parTrans" cxnId="{DCD5905C-E5A9-4CF7-8609-A0CBDBF7F6F8}">
      <dgm:prSet/>
      <dgm:spPr/>
      <dgm:t>
        <a:bodyPr/>
        <a:lstStyle/>
        <a:p>
          <a:endParaRPr lang="en-IN"/>
        </a:p>
      </dgm:t>
    </dgm:pt>
    <dgm:pt modelId="{06F30E2D-BFFB-4C3A-882B-75D2B2D759D2}" type="sibTrans" cxnId="{DCD5905C-E5A9-4CF7-8609-A0CBDBF7F6F8}">
      <dgm:prSet/>
      <dgm:spPr/>
      <dgm:t>
        <a:bodyPr/>
        <a:lstStyle/>
        <a:p>
          <a:endParaRPr lang="en-IN"/>
        </a:p>
      </dgm:t>
    </dgm:pt>
    <dgm:pt modelId="{2D4057F1-AE55-410C-9C37-83C62895E011}">
      <dgm:prSet/>
      <dgm:spPr>
        <a:solidFill>
          <a:schemeClr val="accent4">
            <a:lumMod val="50000"/>
          </a:schemeClr>
        </a:solidFill>
      </dgm:spPr>
      <dgm:t>
        <a:bodyPr/>
        <a:lstStyle/>
        <a:p>
          <a:r>
            <a:rPr lang="en-IN" dirty="0"/>
            <a:t>• Source: Kaggle</a:t>
          </a:r>
        </a:p>
      </dgm:t>
    </dgm:pt>
    <dgm:pt modelId="{8180B646-7B48-4B20-9AF8-6629581925D2}" type="parTrans" cxnId="{38E0C009-B3FB-4EE4-83D7-0B4DED00EAC8}">
      <dgm:prSet/>
      <dgm:spPr/>
      <dgm:t>
        <a:bodyPr/>
        <a:lstStyle/>
        <a:p>
          <a:endParaRPr lang="en-IN"/>
        </a:p>
      </dgm:t>
    </dgm:pt>
    <dgm:pt modelId="{9E7446F0-FA47-44D8-B2FF-16383EAD4B92}" type="sibTrans" cxnId="{38E0C009-B3FB-4EE4-83D7-0B4DED00EAC8}">
      <dgm:prSet/>
      <dgm:spPr/>
      <dgm:t>
        <a:bodyPr/>
        <a:lstStyle/>
        <a:p>
          <a:endParaRPr lang="en-IN"/>
        </a:p>
      </dgm:t>
    </dgm:pt>
    <dgm:pt modelId="{A1A1A95A-8BFB-48BF-A9D7-1A8FDA53D5D6}">
      <dgm:prSet/>
      <dgm:spPr>
        <a:solidFill>
          <a:schemeClr val="accent4">
            <a:lumMod val="50000"/>
          </a:schemeClr>
        </a:solidFill>
      </dgm:spPr>
      <dgm:t>
        <a:bodyPr/>
        <a:lstStyle/>
        <a:p>
          <a:r>
            <a:rPr lang="en-IN" dirty="0"/>
            <a:t>• Users matched via </a:t>
          </a:r>
          <a:r>
            <a:rPr lang="en-IN" dirty="0" err="1"/>
            <a:t>User_ID</a:t>
          </a:r>
          <a:r>
            <a:rPr lang="en-IN" dirty="0"/>
            <a:t>.</a:t>
          </a:r>
        </a:p>
      </dgm:t>
    </dgm:pt>
    <dgm:pt modelId="{14FAEB40-567D-4AB2-93C6-B814A823CE06}" type="parTrans" cxnId="{EF5BBFB7-8F9D-486B-A099-91F1E11EDAC2}">
      <dgm:prSet/>
      <dgm:spPr/>
      <dgm:t>
        <a:bodyPr/>
        <a:lstStyle/>
        <a:p>
          <a:endParaRPr lang="en-IN"/>
        </a:p>
      </dgm:t>
    </dgm:pt>
    <dgm:pt modelId="{C68D8D40-25BA-4F8B-9D4C-BA6EA4FA9698}" type="sibTrans" cxnId="{EF5BBFB7-8F9D-486B-A099-91F1E11EDAC2}">
      <dgm:prSet/>
      <dgm:spPr/>
      <dgm:t>
        <a:bodyPr/>
        <a:lstStyle/>
        <a:p>
          <a:endParaRPr lang="en-IN"/>
        </a:p>
      </dgm:t>
    </dgm:pt>
    <dgm:pt modelId="{6AB08FBD-71BF-4739-9586-1970144F2B26}" type="pres">
      <dgm:prSet presAssocID="{D9DB04FF-7709-4ACC-9758-D4775680EC35}" presName="linear" presStyleCnt="0">
        <dgm:presLayoutVars>
          <dgm:animLvl val="lvl"/>
          <dgm:resizeHandles val="exact"/>
        </dgm:presLayoutVars>
      </dgm:prSet>
      <dgm:spPr/>
    </dgm:pt>
    <dgm:pt modelId="{EF1F02D3-B86F-4D2C-948F-E3ED17FB1B89}" type="pres">
      <dgm:prSet presAssocID="{57CC715E-70F6-4B61-8D5B-573D1066189D}" presName="parentText" presStyleLbl="node1" presStyleIdx="0" presStyleCnt="6">
        <dgm:presLayoutVars>
          <dgm:chMax val="0"/>
          <dgm:bulletEnabled val="1"/>
        </dgm:presLayoutVars>
      </dgm:prSet>
      <dgm:spPr/>
    </dgm:pt>
    <dgm:pt modelId="{E645E5B9-33F1-4D7C-BA88-983CBBD7EBE6}" type="pres">
      <dgm:prSet presAssocID="{66FBAD55-8C76-46B9-BC54-B48C1DF821D3}" presName="spacer" presStyleCnt="0"/>
      <dgm:spPr/>
    </dgm:pt>
    <dgm:pt modelId="{9D4627CB-A08D-4F62-B26D-5DB04AC76815}" type="pres">
      <dgm:prSet presAssocID="{75B1097A-AFFA-49F5-B490-FB6F9D738CBD}" presName="parentText" presStyleLbl="node1" presStyleIdx="1" presStyleCnt="6">
        <dgm:presLayoutVars>
          <dgm:chMax val="0"/>
          <dgm:bulletEnabled val="1"/>
        </dgm:presLayoutVars>
      </dgm:prSet>
      <dgm:spPr/>
    </dgm:pt>
    <dgm:pt modelId="{2695EB28-B723-4913-9E12-0840EF4D6820}" type="pres">
      <dgm:prSet presAssocID="{C3ABEAA5-A82E-47B5-86CB-524081CB080E}" presName="spacer" presStyleCnt="0"/>
      <dgm:spPr/>
    </dgm:pt>
    <dgm:pt modelId="{02D2ADF5-C5C9-4794-B066-61CC26379E25}" type="pres">
      <dgm:prSet presAssocID="{1AFBC3FD-9E9D-49D3-9F39-5E01F3C45019}" presName="parentText" presStyleLbl="node1" presStyleIdx="2" presStyleCnt="6">
        <dgm:presLayoutVars>
          <dgm:chMax val="0"/>
          <dgm:bulletEnabled val="1"/>
        </dgm:presLayoutVars>
      </dgm:prSet>
      <dgm:spPr/>
    </dgm:pt>
    <dgm:pt modelId="{3805C952-CD1F-4E67-A126-CBFB021B2474}" type="pres">
      <dgm:prSet presAssocID="{8970E095-DAEF-4927-AEE0-63477699502D}" presName="spacer" presStyleCnt="0"/>
      <dgm:spPr/>
    </dgm:pt>
    <dgm:pt modelId="{308A264F-AA4C-4354-9E2D-428DE2857D7B}" type="pres">
      <dgm:prSet presAssocID="{0E392105-ED88-4E36-8F4F-861FB118536B}" presName="parentText" presStyleLbl="node1" presStyleIdx="3" presStyleCnt="6">
        <dgm:presLayoutVars>
          <dgm:chMax val="0"/>
          <dgm:bulletEnabled val="1"/>
        </dgm:presLayoutVars>
      </dgm:prSet>
      <dgm:spPr/>
    </dgm:pt>
    <dgm:pt modelId="{7E14831C-C8DD-452F-8905-28F945DA6E23}" type="pres">
      <dgm:prSet presAssocID="{06F30E2D-BFFB-4C3A-882B-75D2B2D759D2}" presName="spacer" presStyleCnt="0"/>
      <dgm:spPr/>
    </dgm:pt>
    <dgm:pt modelId="{19D9454E-C315-4800-8DF9-31EE1DE2AD31}" type="pres">
      <dgm:prSet presAssocID="{2D4057F1-AE55-410C-9C37-83C62895E011}" presName="parentText" presStyleLbl="node1" presStyleIdx="4" presStyleCnt="6">
        <dgm:presLayoutVars>
          <dgm:chMax val="0"/>
          <dgm:bulletEnabled val="1"/>
        </dgm:presLayoutVars>
      </dgm:prSet>
      <dgm:spPr/>
    </dgm:pt>
    <dgm:pt modelId="{782CBE63-1A9E-4970-B8CC-DD68F75D7DC5}" type="pres">
      <dgm:prSet presAssocID="{9E7446F0-FA47-44D8-B2FF-16383EAD4B92}" presName="spacer" presStyleCnt="0"/>
      <dgm:spPr/>
    </dgm:pt>
    <dgm:pt modelId="{E6FD9CB1-1122-4835-9EFF-85CA388A2956}" type="pres">
      <dgm:prSet presAssocID="{A1A1A95A-8BFB-48BF-A9D7-1A8FDA53D5D6}" presName="parentText" presStyleLbl="node1" presStyleIdx="5" presStyleCnt="6">
        <dgm:presLayoutVars>
          <dgm:chMax val="0"/>
          <dgm:bulletEnabled val="1"/>
        </dgm:presLayoutVars>
      </dgm:prSet>
      <dgm:spPr/>
    </dgm:pt>
  </dgm:ptLst>
  <dgm:cxnLst>
    <dgm:cxn modelId="{38E0C009-B3FB-4EE4-83D7-0B4DED00EAC8}" srcId="{D9DB04FF-7709-4ACC-9758-D4775680EC35}" destId="{2D4057F1-AE55-410C-9C37-83C62895E011}" srcOrd="4" destOrd="0" parTransId="{8180B646-7B48-4B20-9AF8-6629581925D2}" sibTransId="{9E7446F0-FA47-44D8-B2FF-16383EAD4B92}"/>
    <dgm:cxn modelId="{65F4B640-FC44-4E9A-A0A4-D163B8CD8179}" srcId="{D9DB04FF-7709-4ACC-9758-D4775680EC35}" destId="{57CC715E-70F6-4B61-8D5B-573D1066189D}" srcOrd="0" destOrd="0" parTransId="{121DDB91-7BFF-4DC3-B0DA-203A9B9BBD65}" sibTransId="{66FBAD55-8C76-46B9-BC54-B48C1DF821D3}"/>
    <dgm:cxn modelId="{DCD5905C-E5A9-4CF7-8609-A0CBDBF7F6F8}" srcId="{D9DB04FF-7709-4ACC-9758-D4775680EC35}" destId="{0E392105-ED88-4E36-8F4F-861FB118536B}" srcOrd="3" destOrd="0" parTransId="{E7D7D99B-7ED3-4EC5-96CC-C553A3231D82}" sibTransId="{06F30E2D-BFFB-4C3A-882B-75D2B2D759D2}"/>
    <dgm:cxn modelId="{DB68B94E-6916-42D1-BAB5-5566C3BEA20B}" type="presOf" srcId="{A1A1A95A-8BFB-48BF-A9D7-1A8FDA53D5D6}" destId="{E6FD9CB1-1122-4835-9EFF-85CA388A2956}" srcOrd="0" destOrd="0" presId="urn:microsoft.com/office/officeart/2005/8/layout/vList2"/>
    <dgm:cxn modelId="{AE401888-7E6B-46EF-9317-73338B53A1F5}" type="presOf" srcId="{75B1097A-AFFA-49F5-B490-FB6F9D738CBD}" destId="{9D4627CB-A08D-4F62-B26D-5DB04AC76815}" srcOrd="0" destOrd="0" presId="urn:microsoft.com/office/officeart/2005/8/layout/vList2"/>
    <dgm:cxn modelId="{6948A492-7BCC-4146-BBFF-65567FCF4E03}" type="presOf" srcId="{0E392105-ED88-4E36-8F4F-861FB118536B}" destId="{308A264F-AA4C-4354-9E2D-428DE2857D7B}" srcOrd="0" destOrd="0" presId="urn:microsoft.com/office/officeart/2005/8/layout/vList2"/>
    <dgm:cxn modelId="{E3849D9B-F736-426D-A456-D3D5D09A6BE6}" type="presOf" srcId="{D9DB04FF-7709-4ACC-9758-D4775680EC35}" destId="{6AB08FBD-71BF-4739-9586-1970144F2B26}" srcOrd="0" destOrd="0" presId="urn:microsoft.com/office/officeart/2005/8/layout/vList2"/>
    <dgm:cxn modelId="{47D536B4-56B5-41F4-8F6C-986553391F0B}" type="presOf" srcId="{2D4057F1-AE55-410C-9C37-83C62895E011}" destId="{19D9454E-C315-4800-8DF9-31EE1DE2AD31}" srcOrd="0" destOrd="0" presId="urn:microsoft.com/office/officeart/2005/8/layout/vList2"/>
    <dgm:cxn modelId="{EF5BBFB7-8F9D-486B-A099-91F1E11EDAC2}" srcId="{D9DB04FF-7709-4ACC-9758-D4775680EC35}" destId="{A1A1A95A-8BFB-48BF-A9D7-1A8FDA53D5D6}" srcOrd="5" destOrd="0" parTransId="{14FAEB40-567D-4AB2-93C6-B814A823CE06}" sibTransId="{C68D8D40-25BA-4F8B-9D4C-BA6EA4FA9698}"/>
    <dgm:cxn modelId="{01B671BA-712A-4984-B1C9-EB1C19C678EB}" srcId="{D9DB04FF-7709-4ACC-9758-D4775680EC35}" destId="{75B1097A-AFFA-49F5-B490-FB6F9D738CBD}" srcOrd="1" destOrd="0" parTransId="{488A7B89-0992-416E-86FD-9C3E8E6D078D}" sibTransId="{C3ABEAA5-A82E-47B5-86CB-524081CB080E}"/>
    <dgm:cxn modelId="{C9B0BCBC-E4DF-4376-92E0-397941ADD158}" type="presOf" srcId="{57CC715E-70F6-4B61-8D5B-573D1066189D}" destId="{EF1F02D3-B86F-4D2C-948F-E3ED17FB1B89}" srcOrd="0" destOrd="0" presId="urn:microsoft.com/office/officeart/2005/8/layout/vList2"/>
    <dgm:cxn modelId="{2EDE7FCB-8A66-45F0-9515-FFF30ABF14A4}" srcId="{D9DB04FF-7709-4ACC-9758-D4775680EC35}" destId="{1AFBC3FD-9E9D-49D3-9F39-5E01F3C45019}" srcOrd="2" destOrd="0" parTransId="{92CEEEB4-7ACE-473C-A7D7-2223C2192465}" sibTransId="{8970E095-DAEF-4927-AEE0-63477699502D}"/>
    <dgm:cxn modelId="{874DD5CD-020F-4430-A2DF-889173E070F1}" type="presOf" srcId="{1AFBC3FD-9E9D-49D3-9F39-5E01F3C45019}" destId="{02D2ADF5-C5C9-4794-B066-61CC26379E25}" srcOrd="0" destOrd="0" presId="urn:microsoft.com/office/officeart/2005/8/layout/vList2"/>
    <dgm:cxn modelId="{C68918B0-9A8E-4CC0-BAA3-058D9C406A36}" type="presParOf" srcId="{6AB08FBD-71BF-4739-9586-1970144F2B26}" destId="{EF1F02D3-B86F-4D2C-948F-E3ED17FB1B89}" srcOrd="0" destOrd="0" presId="urn:microsoft.com/office/officeart/2005/8/layout/vList2"/>
    <dgm:cxn modelId="{10DDBDCF-3A45-428D-8D65-8041A6C9D9C1}" type="presParOf" srcId="{6AB08FBD-71BF-4739-9586-1970144F2B26}" destId="{E645E5B9-33F1-4D7C-BA88-983CBBD7EBE6}" srcOrd="1" destOrd="0" presId="urn:microsoft.com/office/officeart/2005/8/layout/vList2"/>
    <dgm:cxn modelId="{D387D19D-BB22-4E07-B03F-CFA2DFEC9CEC}" type="presParOf" srcId="{6AB08FBD-71BF-4739-9586-1970144F2B26}" destId="{9D4627CB-A08D-4F62-B26D-5DB04AC76815}" srcOrd="2" destOrd="0" presId="urn:microsoft.com/office/officeart/2005/8/layout/vList2"/>
    <dgm:cxn modelId="{4A45090C-DD08-46BD-B1BD-AF1C51F77EF0}" type="presParOf" srcId="{6AB08FBD-71BF-4739-9586-1970144F2B26}" destId="{2695EB28-B723-4913-9E12-0840EF4D6820}" srcOrd="3" destOrd="0" presId="urn:microsoft.com/office/officeart/2005/8/layout/vList2"/>
    <dgm:cxn modelId="{8D5DA84C-BEDB-4186-A2EE-7A1B426AA4F3}" type="presParOf" srcId="{6AB08FBD-71BF-4739-9586-1970144F2B26}" destId="{02D2ADF5-C5C9-4794-B066-61CC26379E25}" srcOrd="4" destOrd="0" presId="urn:microsoft.com/office/officeart/2005/8/layout/vList2"/>
    <dgm:cxn modelId="{E1CA531A-B654-46AC-B3A2-06196B2B4EAA}" type="presParOf" srcId="{6AB08FBD-71BF-4739-9586-1970144F2B26}" destId="{3805C952-CD1F-4E67-A126-CBFB021B2474}" srcOrd="5" destOrd="0" presId="urn:microsoft.com/office/officeart/2005/8/layout/vList2"/>
    <dgm:cxn modelId="{7E1B8253-0EA4-424C-9219-CED1653D3EB0}" type="presParOf" srcId="{6AB08FBD-71BF-4739-9586-1970144F2B26}" destId="{308A264F-AA4C-4354-9E2D-428DE2857D7B}" srcOrd="6" destOrd="0" presId="urn:microsoft.com/office/officeart/2005/8/layout/vList2"/>
    <dgm:cxn modelId="{A2205B40-4E04-4633-9BAE-CD231CF50F2B}" type="presParOf" srcId="{6AB08FBD-71BF-4739-9586-1970144F2B26}" destId="{7E14831C-C8DD-452F-8905-28F945DA6E23}" srcOrd="7" destOrd="0" presId="urn:microsoft.com/office/officeart/2005/8/layout/vList2"/>
    <dgm:cxn modelId="{E97413FF-B50B-42C7-B226-7ED9DA75296A}" type="presParOf" srcId="{6AB08FBD-71BF-4739-9586-1970144F2B26}" destId="{19D9454E-C315-4800-8DF9-31EE1DE2AD31}" srcOrd="8" destOrd="0" presId="urn:microsoft.com/office/officeart/2005/8/layout/vList2"/>
    <dgm:cxn modelId="{B8836FC3-BEB3-476C-ABD0-569883E918AA}" type="presParOf" srcId="{6AB08FBD-71BF-4739-9586-1970144F2B26}" destId="{782CBE63-1A9E-4970-B8CC-DD68F75D7DC5}" srcOrd="9" destOrd="0" presId="urn:microsoft.com/office/officeart/2005/8/layout/vList2"/>
    <dgm:cxn modelId="{6433FB76-2776-4A91-91A1-1D280887A87D}" type="presParOf" srcId="{6AB08FBD-71BF-4739-9586-1970144F2B26}" destId="{E6FD9CB1-1122-4835-9EFF-85CA388A2956}"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C13AA65-5106-4A20-8A2E-338601A55234}"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5BB93757-6B24-4039-85FB-2B26C4A9FE44}">
      <dgm:prSet custT="1"/>
      <dgm:spPr>
        <a:ln>
          <a:solidFill>
            <a:schemeClr val="accent5">
              <a:lumMod val="40000"/>
              <a:lumOff val="60000"/>
            </a:schemeClr>
          </a:solidFill>
        </a:ln>
      </dgm:spPr>
      <dgm:t>
        <a:bodyPr/>
        <a:lstStyle/>
        <a:p>
          <a:r>
            <a:rPr lang="en-IN" sz="1600" dirty="0"/>
            <a:t>•</a:t>
          </a:r>
          <a:r>
            <a:rPr lang="en-US" sz="1600" dirty="0"/>
            <a:t>  </a:t>
          </a:r>
          <a:r>
            <a:rPr lang="en-IN" sz="1600" dirty="0"/>
            <a:t> </a:t>
          </a:r>
          <a:r>
            <a:rPr lang="en-IN" sz="1800" dirty="0"/>
            <a:t>Python Libraries: Pandas, NumPy, Matplotlib, Seaborn</a:t>
          </a:r>
        </a:p>
      </dgm:t>
    </dgm:pt>
    <dgm:pt modelId="{43989961-D835-4B6D-B2A8-D8F160E1206A}" type="parTrans" cxnId="{6FAA2632-0AAB-48E9-8C51-D4C4A0D507DF}">
      <dgm:prSet/>
      <dgm:spPr/>
      <dgm:t>
        <a:bodyPr/>
        <a:lstStyle/>
        <a:p>
          <a:endParaRPr lang="en-IN"/>
        </a:p>
      </dgm:t>
    </dgm:pt>
    <dgm:pt modelId="{D322168B-48BD-4B4B-AC5D-85D257046041}" type="sibTrans" cxnId="{6FAA2632-0AAB-48E9-8C51-D4C4A0D507DF}">
      <dgm:prSet/>
      <dgm:spPr/>
      <dgm:t>
        <a:bodyPr/>
        <a:lstStyle/>
        <a:p>
          <a:endParaRPr lang="en-IN"/>
        </a:p>
      </dgm:t>
    </dgm:pt>
    <dgm:pt modelId="{9730881B-4FD2-433E-8BA2-9C51AE17FAD4}">
      <dgm:prSet custT="1"/>
      <dgm:spPr/>
      <dgm:t>
        <a:bodyPr/>
        <a:lstStyle/>
        <a:p>
          <a:r>
            <a:rPr lang="en-IN" sz="1600" dirty="0"/>
            <a:t>•</a:t>
          </a:r>
          <a:r>
            <a:rPr lang="en-US" sz="1600" dirty="0"/>
            <a:t> </a:t>
          </a:r>
          <a:r>
            <a:rPr lang="en-IN" sz="1600" dirty="0"/>
            <a:t> </a:t>
          </a:r>
          <a:r>
            <a:rPr lang="en-US" sz="1600" dirty="0"/>
            <a:t> </a:t>
          </a:r>
          <a:r>
            <a:rPr lang="en-IN" sz="1800" dirty="0"/>
            <a:t>Environment: Google </a:t>
          </a:r>
          <a:r>
            <a:rPr lang="en-IN" sz="1800" dirty="0" err="1"/>
            <a:t>Colab</a:t>
          </a:r>
          <a:endParaRPr lang="en-IN" sz="1800" dirty="0"/>
        </a:p>
      </dgm:t>
    </dgm:pt>
    <dgm:pt modelId="{3EAE907D-FB68-4A91-A5BD-CC978029109F}" type="parTrans" cxnId="{40A492FE-674A-49E1-87E1-7E75CEF1F56A}">
      <dgm:prSet/>
      <dgm:spPr/>
      <dgm:t>
        <a:bodyPr/>
        <a:lstStyle/>
        <a:p>
          <a:endParaRPr lang="en-IN"/>
        </a:p>
      </dgm:t>
    </dgm:pt>
    <dgm:pt modelId="{6AF37990-C44D-4FE3-AF70-16F8D4019B8C}" type="sibTrans" cxnId="{40A492FE-674A-49E1-87E1-7E75CEF1F56A}">
      <dgm:prSet/>
      <dgm:spPr/>
      <dgm:t>
        <a:bodyPr/>
        <a:lstStyle/>
        <a:p>
          <a:endParaRPr lang="en-IN"/>
        </a:p>
      </dgm:t>
    </dgm:pt>
    <dgm:pt modelId="{4E7257BF-3D8B-4382-8752-741F0AADB1BA}">
      <dgm:prSet custT="1"/>
      <dgm:spPr/>
      <dgm:t>
        <a:bodyPr/>
        <a:lstStyle/>
        <a:p>
          <a:r>
            <a:rPr lang="en-IN" sz="1600" dirty="0"/>
            <a:t>• </a:t>
          </a:r>
          <a:r>
            <a:rPr lang="en-US" sz="1600" dirty="0"/>
            <a:t>  </a:t>
          </a:r>
          <a:r>
            <a:rPr lang="en-IN" sz="1800" dirty="0"/>
            <a:t>Used for: Cleaning, </a:t>
          </a:r>
          <a:r>
            <a:rPr lang="en-IN" sz="1800" dirty="0" err="1"/>
            <a:t>analyzing</a:t>
          </a:r>
          <a:r>
            <a:rPr lang="en-IN" sz="1800" dirty="0"/>
            <a:t>, and visualizing data relationships</a:t>
          </a:r>
          <a:r>
            <a:rPr lang="en-IN" sz="1600" dirty="0"/>
            <a:t>.</a:t>
          </a:r>
        </a:p>
      </dgm:t>
    </dgm:pt>
    <dgm:pt modelId="{02DE40C7-8C39-4BF2-BAD8-7EE7A4D2C2CF}" type="parTrans" cxnId="{5E68373D-7C90-4687-99DB-ED5E5C5DE1CD}">
      <dgm:prSet/>
      <dgm:spPr/>
      <dgm:t>
        <a:bodyPr/>
        <a:lstStyle/>
        <a:p>
          <a:endParaRPr lang="en-IN"/>
        </a:p>
      </dgm:t>
    </dgm:pt>
    <dgm:pt modelId="{BAC77496-0E41-47D2-ABDC-BBF96B7C1BB6}" type="sibTrans" cxnId="{5E68373D-7C90-4687-99DB-ED5E5C5DE1CD}">
      <dgm:prSet/>
      <dgm:spPr/>
      <dgm:t>
        <a:bodyPr/>
        <a:lstStyle/>
        <a:p>
          <a:endParaRPr lang="en-IN"/>
        </a:p>
      </dgm:t>
    </dgm:pt>
    <dgm:pt modelId="{5D5DA7DD-8A3C-41A8-8558-7B59C5364852}" type="pres">
      <dgm:prSet presAssocID="{4C13AA65-5106-4A20-8A2E-338601A55234}" presName="linear" presStyleCnt="0">
        <dgm:presLayoutVars>
          <dgm:dir/>
          <dgm:animLvl val="lvl"/>
          <dgm:resizeHandles val="exact"/>
        </dgm:presLayoutVars>
      </dgm:prSet>
      <dgm:spPr/>
    </dgm:pt>
    <dgm:pt modelId="{8D791FD4-C004-45E0-8303-10C898285893}" type="pres">
      <dgm:prSet presAssocID="{5BB93757-6B24-4039-85FB-2B26C4A9FE44}" presName="parentLin" presStyleCnt="0"/>
      <dgm:spPr/>
    </dgm:pt>
    <dgm:pt modelId="{68E0FC3C-D36F-4275-BFD8-CB3D08B0304E}" type="pres">
      <dgm:prSet presAssocID="{5BB93757-6B24-4039-85FB-2B26C4A9FE44}" presName="parentLeftMargin" presStyleLbl="node1" presStyleIdx="0" presStyleCnt="3"/>
      <dgm:spPr/>
    </dgm:pt>
    <dgm:pt modelId="{F1918E9A-9EBF-49EE-BA25-5E964EB46D88}" type="pres">
      <dgm:prSet presAssocID="{5BB93757-6B24-4039-85FB-2B26C4A9FE44}" presName="parentText" presStyleLbl="node1" presStyleIdx="0" presStyleCnt="3" custScaleX="113054">
        <dgm:presLayoutVars>
          <dgm:chMax val="0"/>
          <dgm:bulletEnabled val="1"/>
        </dgm:presLayoutVars>
      </dgm:prSet>
      <dgm:spPr/>
    </dgm:pt>
    <dgm:pt modelId="{D8CF60B9-8D21-426A-BFCD-0AD9B3A867C7}" type="pres">
      <dgm:prSet presAssocID="{5BB93757-6B24-4039-85FB-2B26C4A9FE44}" presName="negativeSpace" presStyleCnt="0"/>
      <dgm:spPr/>
    </dgm:pt>
    <dgm:pt modelId="{F33DC0C4-C403-4D28-B15B-41CD71B7E95D}" type="pres">
      <dgm:prSet presAssocID="{5BB93757-6B24-4039-85FB-2B26C4A9FE44}" presName="childText" presStyleLbl="conFgAcc1" presStyleIdx="0" presStyleCnt="3">
        <dgm:presLayoutVars>
          <dgm:bulletEnabled val="1"/>
        </dgm:presLayoutVars>
      </dgm:prSet>
      <dgm:spPr/>
    </dgm:pt>
    <dgm:pt modelId="{6F9D4A62-567D-4A2E-A573-01499BA3136B}" type="pres">
      <dgm:prSet presAssocID="{D322168B-48BD-4B4B-AC5D-85D257046041}" presName="spaceBetweenRectangles" presStyleCnt="0"/>
      <dgm:spPr/>
    </dgm:pt>
    <dgm:pt modelId="{EFE371CF-CDED-44DF-AA95-8ACA27E813A5}" type="pres">
      <dgm:prSet presAssocID="{9730881B-4FD2-433E-8BA2-9C51AE17FAD4}" presName="parentLin" presStyleCnt="0"/>
      <dgm:spPr/>
    </dgm:pt>
    <dgm:pt modelId="{C9ACA3AD-BB6E-4109-A9A8-AE66CDBEBAF0}" type="pres">
      <dgm:prSet presAssocID="{9730881B-4FD2-433E-8BA2-9C51AE17FAD4}" presName="parentLeftMargin" presStyleLbl="node1" presStyleIdx="0" presStyleCnt="3"/>
      <dgm:spPr/>
    </dgm:pt>
    <dgm:pt modelId="{FEEE6DEF-BFDC-49BD-A4BB-15C2A3ECEEA2}" type="pres">
      <dgm:prSet presAssocID="{9730881B-4FD2-433E-8BA2-9C51AE17FAD4}" presName="parentText" presStyleLbl="node1" presStyleIdx="1" presStyleCnt="3" custScaleX="113054">
        <dgm:presLayoutVars>
          <dgm:chMax val="0"/>
          <dgm:bulletEnabled val="1"/>
        </dgm:presLayoutVars>
      </dgm:prSet>
      <dgm:spPr/>
    </dgm:pt>
    <dgm:pt modelId="{91B053C4-7986-4A03-A156-2766BFBC735F}" type="pres">
      <dgm:prSet presAssocID="{9730881B-4FD2-433E-8BA2-9C51AE17FAD4}" presName="negativeSpace" presStyleCnt="0"/>
      <dgm:spPr/>
    </dgm:pt>
    <dgm:pt modelId="{D1C423C6-257E-4F15-8BE7-27E62AC83B3C}" type="pres">
      <dgm:prSet presAssocID="{9730881B-4FD2-433E-8BA2-9C51AE17FAD4}" presName="childText" presStyleLbl="conFgAcc1" presStyleIdx="1" presStyleCnt="3">
        <dgm:presLayoutVars>
          <dgm:bulletEnabled val="1"/>
        </dgm:presLayoutVars>
      </dgm:prSet>
      <dgm:spPr/>
    </dgm:pt>
    <dgm:pt modelId="{5A39E46C-9EE8-4741-9085-1956BD4AF3B5}" type="pres">
      <dgm:prSet presAssocID="{6AF37990-C44D-4FE3-AF70-16F8D4019B8C}" presName="spaceBetweenRectangles" presStyleCnt="0"/>
      <dgm:spPr/>
    </dgm:pt>
    <dgm:pt modelId="{ED9CDA02-6CE7-4A6E-B133-9CACAC7F9B17}" type="pres">
      <dgm:prSet presAssocID="{4E7257BF-3D8B-4382-8752-741F0AADB1BA}" presName="parentLin" presStyleCnt="0"/>
      <dgm:spPr/>
    </dgm:pt>
    <dgm:pt modelId="{E2BECF03-0EA6-4257-A1B3-63A1515D4034}" type="pres">
      <dgm:prSet presAssocID="{4E7257BF-3D8B-4382-8752-741F0AADB1BA}" presName="parentLeftMargin" presStyleLbl="node1" presStyleIdx="1" presStyleCnt="3"/>
      <dgm:spPr/>
    </dgm:pt>
    <dgm:pt modelId="{4E997E7E-90FF-4242-A8C1-85587D689E88}" type="pres">
      <dgm:prSet presAssocID="{4E7257BF-3D8B-4382-8752-741F0AADB1BA}" presName="parentText" presStyleLbl="node1" presStyleIdx="2" presStyleCnt="3" custScaleX="113707">
        <dgm:presLayoutVars>
          <dgm:chMax val="0"/>
          <dgm:bulletEnabled val="1"/>
        </dgm:presLayoutVars>
      </dgm:prSet>
      <dgm:spPr/>
    </dgm:pt>
    <dgm:pt modelId="{4D784AB4-966C-482F-A0CE-EFA5A53E125E}" type="pres">
      <dgm:prSet presAssocID="{4E7257BF-3D8B-4382-8752-741F0AADB1BA}" presName="negativeSpace" presStyleCnt="0"/>
      <dgm:spPr/>
    </dgm:pt>
    <dgm:pt modelId="{30232F50-13E4-4D8E-904D-19B388EBC7D6}" type="pres">
      <dgm:prSet presAssocID="{4E7257BF-3D8B-4382-8752-741F0AADB1BA}" presName="childText" presStyleLbl="conFgAcc1" presStyleIdx="2" presStyleCnt="3">
        <dgm:presLayoutVars>
          <dgm:bulletEnabled val="1"/>
        </dgm:presLayoutVars>
      </dgm:prSet>
      <dgm:spPr/>
    </dgm:pt>
  </dgm:ptLst>
  <dgm:cxnLst>
    <dgm:cxn modelId="{EF57EF2D-D886-44F9-B98C-23DEBF249E27}" type="presOf" srcId="{5BB93757-6B24-4039-85FB-2B26C4A9FE44}" destId="{68E0FC3C-D36F-4275-BFD8-CB3D08B0304E}" srcOrd="0" destOrd="0" presId="urn:microsoft.com/office/officeart/2005/8/layout/list1"/>
    <dgm:cxn modelId="{6FAA2632-0AAB-48E9-8C51-D4C4A0D507DF}" srcId="{4C13AA65-5106-4A20-8A2E-338601A55234}" destId="{5BB93757-6B24-4039-85FB-2B26C4A9FE44}" srcOrd="0" destOrd="0" parTransId="{43989961-D835-4B6D-B2A8-D8F160E1206A}" sibTransId="{D322168B-48BD-4B4B-AC5D-85D257046041}"/>
    <dgm:cxn modelId="{551CC334-5356-4C4E-904F-7F3C594E9571}" type="presOf" srcId="{5BB93757-6B24-4039-85FB-2B26C4A9FE44}" destId="{F1918E9A-9EBF-49EE-BA25-5E964EB46D88}" srcOrd="1" destOrd="0" presId="urn:microsoft.com/office/officeart/2005/8/layout/list1"/>
    <dgm:cxn modelId="{52C55C3C-67D8-4CC6-9C94-9D6584881894}" type="presOf" srcId="{9730881B-4FD2-433E-8BA2-9C51AE17FAD4}" destId="{C9ACA3AD-BB6E-4109-A9A8-AE66CDBEBAF0}" srcOrd="0" destOrd="0" presId="urn:microsoft.com/office/officeart/2005/8/layout/list1"/>
    <dgm:cxn modelId="{5E68373D-7C90-4687-99DB-ED5E5C5DE1CD}" srcId="{4C13AA65-5106-4A20-8A2E-338601A55234}" destId="{4E7257BF-3D8B-4382-8752-741F0AADB1BA}" srcOrd="2" destOrd="0" parTransId="{02DE40C7-8C39-4BF2-BAD8-7EE7A4D2C2CF}" sibTransId="{BAC77496-0E41-47D2-ABDC-BBF96B7C1BB6}"/>
    <dgm:cxn modelId="{8F2A2E59-33E8-42B1-B4CC-AF388F8C8CA6}" type="presOf" srcId="{4E7257BF-3D8B-4382-8752-741F0AADB1BA}" destId="{4E997E7E-90FF-4242-A8C1-85587D689E88}" srcOrd="1" destOrd="0" presId="urn:microsoft.com/office/officeart/2005/8/layout/list1"/>
    <dgm:cxn modelId="{4E62898A-D90D-42AC-95C6-1EDAD11EB902}" type="presOf" srcId="{4C13AA65-5106-4A20-8A2E-338601A55234}" destId="{5D5DA7DD-8A3C-41A8-8558-7B59C5364852}" srcOrd="0" destOrd="0" presId="urn:microsoft.com/office/officeart/2005/8/layout/list1"/>
    <dgm:cxn modelId="{4D3900AA-6B79-4D01-B618-F6B592276BD8}" type="presOf" srcId="{4E7257BF-3D8B-4382-8752-741F0AADB1BA}" destId="{E2BECF03-0EA6-4257-A1B3-63A1515D4034}" srcOrd="0" destOrd="0" presId="urn:microsoft.com/office/officeart/2005/8/layout/list1"/>
    <dgm:cxn modelId="{98D34AF7-E850-4C22-9D8A-6996C09D8B09}" type="presOf" srcId="{9730881B-4FD2-433E-8BA2-9C51AE17FAD4}" destId="{FEEE6DEF-BFDC-49BD-A4BB-15C2A3ECEEA2}" srcOrd="1" destOrd="0" presId="urn:microsoft.com/office/officeart/2005/8/layout/list1"/>
    <dgm:cxn modelId="{40A492FE-674A-49E1-87E1-7E75CEF1F56A}" srcId="{4C13AA65-5106-4A20-8A2E-338601A55234}" destId="{9730881B-4FD2-433E-8BA2-9C51AE17FAD4}" srcOrd="1" destOrd="0" parTransId="{3EAE907D-FB68-4A91-A5BD-CC978029109F}" sibTransId="{6AF37990-C44D-4FE3-AF70-16F8D4019B8C}"/>
    <dgm:cxn modelId="{CE6F4537-A4AD-4903-8202-E2F74615E230}" type="presParOf" srcId="{5D5DA7DD-8A3C-41A8-8558-7B59C5364852}" destId="{8D791FD4-C004-45E0-8303-10C898285893}" srcOrd="0" destOrd="0" presId="urn:microsoft.com/office/officeart/2005/8/layout/list1"/>
    <dgm:cxn modelId="{1C1C4DD0-BAE6-43AB-920D-4F3CB5BFC77F}" type="presParOf" srcId="{8D791FD4-C004-45E0-8303-10C898285893}" destId="{68E0FC3C-D36F-4275-BFD8-CB3D08B0304E}" srcOrd="0" destOrd="0" presId="urn:microsoft.com/office/officeart/2005/8/layout/list1"/>
    <dgm:cxn modelId="{1B1F67D2-08B6-4705-A730-6448DC76FFF8}" type="presParOf" srcId="{8D791FD4-C004-45E0-8303-10C898285893}" destId="{F1918E9A-9EBF-49EE-BA25-5E964EB46D88}" srcOrd="1" destOrd="0" presId="urn:microsoft.com/office/officeart/2005/8/layout/list1"/>
    <dgm:cxn modelId="{768DAC04-4F5B-4EF0-BCBD-771BC0EDE789}" type="presParOf" srcId="{5D5DA7DD-8A3C-41A8-8558-7B59C5364852}" destId="{D8CF60B9-8D21-426A-BFCD-0AD9B3A867C7}" srcOrd="1" destOrd="0" presId="urn:microsoft.com/office/officeart/2005/8/layout/list1"/>
    <dgm:cxn modelId="{835F0D69-5B00-4939-BEFF-CB9A5184C087}" type="presParOf" srcId="{5D5DA7DD-8A3C-41A8-8558-7B59C5364852}" destId="{F33DC0C4-C403-4D28-B15B-41CD71B7E95D}" srcOrd="2" destOrd="0" presId="urn:microsoft.com/office/officeart/2005/8/layout/list1"/>
    <dgm:cxn modelId="{D234A09A-37FB-4ADA-BCBE-05183032E4DD}" type="presParOf" srcId="{5D5DA7DD-8A3C-41A8-8558-7B59C5364852}" destId="{6F9D4A62-567D-4A2E-A573-01499BA3136B}" srcOrd="3" destOrd="0" presId="urn:microsoft.com/office/officeart/2005/8/layout/list1"/>
    <dgm:cxn modelId="{6911096D-9B01-44F9-BC1A-5AB13B7B12D3}" type="presParOf" srcId="{5D5DA7DD-8A3C-41A8-8558-7B59C5364852}" destId="{EFE371CF-CDED-44DF-AA95-8ACA27E813A5}" srcOrd="4" destOrd="0" presId="urn:microsoft.com/office/officeart/2005/8/layout/list1"/>
    <dgm:cxn modelId="{083AEC55-5DB7-4493-83BE-5A2B8B775C1C}" type="presParOf" srcId="{EFE371CF-CDED-44DF-AA95-8ACA27E813A5}" destId="{C9ACA3AD-BB6E-4109-A9A8-AE66CDBEBAF0}" srcOrd="0" destOrd="0" presId="urn:microsoft.com/office/officeart/2005/8/layout/list1"/>
    <dgm:cxn modelId="{74DF5D7F-6C95-4C61-8FA6-C99AE0328196}" type="presParOf" srcId="{EFE371CF-CDED-44DF-AA95-8ACA27E813A5}" destId="{FEEE6DEF-BFDC-49BD-A4BB-15C2A3ECEEA2}" srcOrd="1" destOrd="0" presId="urn:microsoft.com/office/officeart/2005/8/layout/list1"/>
    <dgm:cxn modelId="{F2BFA85E-8FCD-4C13-9D41-637A7CC83DB2}" type="presParOf" srcId="{5D5DA7DD-8A3C-41A8-8558-7B59C5364852}" destId="{91B053C4-7986-4A03-A156-2766BFBC735F}" srcOrd="5" destOrd="0" presId="urn:microsoft.com/office/officeart/2005/8/layout/list1"/>
    <dgm:cxn modelId="{55705680-F2ED-45DD-9057-FE9934093265}" type="presParOf" srcId="{5D5DA7DD-8A3C-41A8-8558-7B59C5364852}" destId="{D1C423C6-257E-4F15-8BE7-27E62AC83B3C}" srcOrd="6" destOrd="0" presId="urn:microsoft.com/office/officeart/2005/8/layout/list1"/>
    <dgm:cxn modelId="{612146B9-E448-432B-8363-663CA93F69CE}" type="presParOf" srcId="{5D5DA7DD-8A3C-41A8-8558-7B59C5364852}" destId="{5A39E46C-9EE8-4741-9085-1956BD4AF3B5}" srcOrd="7" destOrd="0" presId="urn:microsoft.com/office/officeart/2005/8/layout/list1"/>
    <dgm:cxn modelId="{F4C59984-E9B0-4B2F-9F5B-E8FD7E4F44B4}" type="presParOf" srcId="{5D5DA7DD-8A3C-41A8-8558-7B59C5364852}" destId="{ED9CDA02-6CE7-4A6E-B133-9CACAC7F9B17}" srcOrd="8" destOrd="0" presId="urn:microsoft.com/office/officeart/2005/8/layout/list1"/>
    <dgm:cxn modelId="{E0D69F8E-55D3-4C21-B8B9-C5C1647180BA}" type="presParOf" srcId="{ED9CDA02-6CE7-4A6E-B133-9CACAC7F9B17}" destId="{E2BECF03-0EA6-4257-A1B3-63A1515D4034}" srcOrd="0" destOrd="0" presId="urn:microsoft.com/office/officeart/2005/8/layout/list1"/>
    <dgm:cxn modelId="{ADCF64B0-3EF1-45B9-8374-6605DE3C3CD5}" type="presParOf" srcId="{ED9CDA02-6CE7-4A6E-B133-9CACAC7F9B17}" destId="{4E997E7E-90FF-4242-A8C1-85587D689E88}" srcOrd="1" destOrd="0" presId="urn:microsoft.com/office/officeart/2005/8/layout/list1"/>
    <dgm:cxn modelId="{0260E170-DB37-470F-8761-3F0AED7AEFD7}" type="presParOf" srcId="{5D5DA7DD-8A3C-41A8-8558-7B59C5364852}" destId="{4D784AB4-966C-482F-A0CE-EFA5A53E125E}" srcOrd="9" destOrd="0" presId="urn:microsoft.com/office/officeart/2005/8/layout/list1"/>
    <dgm:cxn modelId="{D1CD9F5A-0A37-444F-BD83-93C0495945F4}" type="presParOf" srcId="{5D5DA7DD-8A3C-41A8-8558-7B59C5364852}" destId="{30232F50-13E4-4D8E-904D-19B388EBC7D6}" srcOrd="10" destOrd="0" presId="urn:microsoft.com/office/officeart/2005/8/layout/list1"/>
  </dgm:cxn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59BD2A1-D415-4DDD-BBE4-EA390AEA5D0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E75F8B1E-EFA0-47DC-A191-FF3903CD7CCB}">
      <dgm:prSet custT="1">
        <dgm:style>
          <a:lnRef idx="2">
            <a:schemeClr val="accent5"/>
          </a:lnRef>
          <a:fillRef idx="1">
            <a:schemeClr val="lt1"/>
          </a:fillRef>
          <a:effectRef idx="0">
            <a:schemeClr val="accent5"/>
          </a:effectRef>
          <a:fontRef idx="minor">
            <a:schemeClr val="dk1"/>
          </a:fontRef>
        </dgm:style>
      </dgm:prSet>
      <dgm:spPr>
        <a:ln>
          <a:solidFill>
            <a:srgbClr val="93B0D3"/>
          </a:solidFill>
        </a:ln>
      </dgm:spPr>
      <dgm:t>
        <a:bodyPr/>
        <a:lstStyle/>
        <a:p>
          <a:pPr>
            <a:buNone/>
          </a:pPr>
          <a:r>
            <a:rPr lang="en-IN" sz="1400" dirty="0"/>
            <a:t>•</a:t>
          </a:r>
          <a:r>
            <a:rPr lang="en-US" sz="1400" dirty="0"/>
            <a:t> Majority of gym members belong to the </a:t>
          </a:r>
          <a:r>
            <a:rPr lang="en-US" sz="1400" b="1" dirty="0"/>
            <a:t>40–55 age group</a:t>
          </a:r>
          <a:r>
            <a:rPr lang="en-US" sz="1400" dirty="0"/>
            <a:t>, indicating higher fitness engagement among middle-aged adults.</a:t>
          </a:r>
          <a:endParaRPr lang="en-IN" sz="1400" dirty="0"/>
        </a:p>
      </dgm:t>
    </dgm:pt>
    <dgm:pt modelId="{DD06F4F1-90F9-4109-BBCC-EE7D7069D30C}" type="parTrans" cxnId="{C982062A-B591-4D5B-8BED-274AC2256AFF}">
      <dgm:prSet/>
      <dgm:spPr/>
      <dgm:t>
        <a:bodyPr/>
        <a:lstStyle/>
        <a:p>
          <a:endParaRPr lang="en-IN"/>
        </a:p>
      </dgm:t>
    </dgm:pt>
    <dgm:pt modelId="{8A97B7B1-F607-4D3C-9F20-717EFFA24C13}" type="sibTrans" cxnId="{C982062A-B591-4D5B-8BED-274AC2256AFF}">
      <dgm:prSet/>
      <dgm:spPr/>
      <dgm:t>
        <a:bodyPr/>
        <a:lstStyle/>
        <a:p>
          <a:endParaRPr lang="en-IN"/>
        </a:p>
      </dgm:t>
    </dgm:pt>
    <dgm:pt modelId="{6E9E8BDB-4A14-485A-9395-51ED47DCA21D}">
      <dgm:prSet custT="1">
        <dgm:style>
          <a:lnRef idx="2">
            <a:schemeClr val="accent5"/>
          </a:lnRef>
          <a:fillRef idx="1">
            <a:schemeClr val="lt1"/>
          </a:fillRef>
          <a:effectRef idx="0">
            <a:schemeClr val="accent5"/>
          </a:effectRef>
          <a:fontRef idx="minor">
            <a:schemeClr val="dk1"/>
          </a:fontRef>
        </dgm:style>
      </dgm:prSet>
      <dgm:spPr>
        <a:ln>
          <a:solidFill>
            <a:srgbClr val="93B0D3"/>
          </a:solidFill>
        </a:ln>
      </dgm:spPr>
      <dgm:t>
        <a:bodyPr/>
        <a:lstStyle/>
        <a:p>
          <a:pPr>
            <a:buNone/>
          </a:pPr>
          <a:r>
            <a:rPr lang="en-IN" sz="1400" dirty="0"/>
            <a:t>• </a:t>
          </a:r>
          <a:r>
            <a:rPr lang="en-US" sz="1400" dirty="0"/>
            <a:t>Participation among </a:t>
          </a:r>
          <a:r>
            <a:rPr lang="en-US" sz="1400" b="1" dirty="0"/>
            <a:t>younger individuals (15–19)</a:t>
          </a:r>
          <a:r>
            <a:rPr lang="en-US" sz="1400" dirty="0"/>
            <a:t> is relatively low, suggesting lower involvement in structured fitness routines at younger ages.</a:t>
          </a:r>
        </a:p>
      </dgm:t>
    </dgm:pt>
    <dgm:pt modelId="{769CEAF9-307A-45F9-88A7-6EC7D2544D74}" type="parTrans" cxnId="{41703E8F-EA7A-4AC7-BDAE-A183A1B0EC93}">
      <dgm:prSet/>
      <dgm:spPr/>
      <dgm:t>
        <a:bodyPr/>
        <a:lstStyle/>
        <a:p>
          <a:endParaRPr lang="en-IN"/>
        </a:p>
      </dgm:t>
    </dgm:pt>
    <dgm:pt modelId="{2A0BBFC2-D65D-4069-B6D6-568558972520}" type="sibTrans" cxnId="{41703E8F-EA7A-4AC7-BDAE-A183A1B0EC93}">
      <dgm:prSet/>
      <dgm:spPr/>
      <dgm:t>
        <a:bodyPr/>
        <a:lstStyle/>
        <a:p>
          <a:endParaRPr lang="en-IN"/>
        </a:p>
      </dgm:t>
    </dgm:pt>
    <dgm:pt modelId="{EDFFA0E0-6033-4676-B556-A59F4C316FDA}">
      <dgm:prSet custT="1">
        <dgm:style>
          <a:lnRef idx="2">
            <a:schemeClr val="accent5"/>
          </a:lnRef>
          <a:fillRef idx="1">
            <a:schemeClr val="lt1"/>
          </a:fillRef>
          <a:effectRef idx="0">
            <a:schemeClr val="accent5"/>
          </a:effectRef>
          <a:fontRef idx="minor">
            <a:schemeClr val="dk1"/>
          </a:fontRef>
        </dgm:style>
      </dgm:prSet>
      <dgm:spPr>
        <a:ln>
          <a:solidFill>
            <a:srgbClr val="93B0D3"/>
          </a:solidFill>
        </a:ln>
      </dgm:spPr>
      <dgm:t>
        <a:bodyPr/>
        <a:lstStyle/>
        <a:p>
          <a:pPr>
            <a:buNone/>
          </a:pPr>
          <a:r>
            <a:rPr lang="en-IN" sz="1400" dirty="0"/>
            <a:t>• </a:t>
          </a:r>
          <a:r>
            <a:rPr lang="en-US" sz="1400" dirty="0"/>
            <a:t>The </a:t>
          </a:r>
          <a:r>
            <a:rPr lang="en-US" sz="1400" b="1" dirty="0"/>
            <a:t>20–39 age group</a:t>
          </a:r>
          <a:r>
            <a:rPr lang="en-US" sz="1400" dirty="0"/>
            <a:t> also represents a significant portion, showing steady participation among working-age adults.</a:t>
          </a:r>
        </a:p>
      </dgm:t>
    </dgm:pt>
    <dgm:pt modelId="{45827C08-E567-4C91-B1C6-23DB8FEB4239}" type="parTrans" cxnId="{EEB4CFE6-8EAA-4D53-9AB7-3080E73FE95B}">
      <dgm:prSet/>
      <dgm:spPr/>
      <dgm:t>
        <a:bodyPr/>
        <a:lstStyle/>
        <a:p>
          <a:endParaRPr lang="en-IN"/>
        </a:p>
      </dgm:t>
    </dgm:pt>
    <dgm:pt modelId="{8C2C9E80-3700-42CC-9A5B-4DB7FC1E074F}" type="sibTrans" cxnId="{EEB4CFE6-8EAA-4D53-9AB7-3080E73FE95B}">
      <dgm:prSet/>
      <dgm:spPr/>
      <dgm:t>
        <a:bodyPr/>
        <a:lstStyle/>
        <a:p>
          <a:endParaRPr lang="en-IN"/>
        </a:p>
      </dgm:t>
    </dgm:pt>
    <dgm:pt modelId="{90B3DB9D-F41E-4AC0-A188-E4CA182745B0}" type="pres">
      <dgm:prSet presAssocID="{B59BD2A1-D415-4DDD-BBE4-EA390AEA5D02}" presName="linear" presStyleCnt="0">
        <dgm:presLayoutVars>
          <dgm:animLvl val="lvl"/>
          <dgm:resizeHandles val="exact"/>
        </dgm:presLayoutVars>
      </dgm:prSet>
      <dgm:spPr/>
    </dgm:pt>
    <dgm:pt modelId="{DC3971FE-5C4C-4F2E-9DB6-9D293579252A}" type="pres">
      <dgm:prSet presAssocID="{E75F8B1E-EFA0-47DC-A191-FF3903CD7CCB}" presName="parentText" presStyleLbl="node1" presStyleIdx="0" presStyleCnt="3">
        <dgm:presLayoutVars>
          <dgm:chMax val="0"/>
          <dgm:bulletEnabled val="1"/>
        </dgm:presLayoutVars>
      </dgm:prSet>
      <dgm:spPr/>
    </dgm:pt>
    <dgm:pt modelId="{7D39D076-3E68-4A00-A2BE-F2FB469EF1AD}" type="pres">
      <dgm:prSet presAssocID="{8A97B7B1-F607-4D3C-9F20-717EFFA24C13}" presName="spacer" presStyleCnt="0"/>
      <dgm:spPr/>
    </dgm:pt>
    <dgm:pt modelId="{E0121815-B7F4-49CE-9E34-2412AF6B585D}" type="pres">
      <dgm:prSet presAssocID="{6E9E8BDB-4A14-485A-9395-51ED47DCA21D}" presName="parentText" presStyleLbl="node1" presStyleIdx="1" presStyleCnt="3">
        <dgm:presLayoutVars>
          <dgm:chMax val="0"/>
          <dgm:bulletEnabled val="1"/>
        </dgm:presLayoutVars>
      </dgm:prSet>
      <dgm:spPr/>
    </dgm:pt>
    <dgm:pt modelId="{68C69073-21B3-4F2D-81AC-9262B8650F9D}" type="pres">
      <dgm:prSet presAssocID="{2A0BBFC2-D65D-4069-B6D6-568558972520}" presName="spacer" presStyleCnt="0"/>
      <dgm:spPr/>
    </dgm:pt>
    <dgm:pt modelId="{DEDA96BE-3F72-42E3-B8F9-ED760D457988}" type="pres">
      <dgm:prSet presAssocID="{EDFFA0E0-6033-4676-B556-A59F4C316FDA}" presName="parentText" presStyleLbl="node1" presStyleIdx="2" presStyleCnt="3">
        <dgm:presLayoutVars>
          <dgm:chMax val="0"/>
          <dgm:bulletEnabled val="1"/>
        </dgm:presLayoutVars>
      </dgm:prSet>
      <dgm:spPr/>
    </dgm:pt>
  </dgm:ptLst>
  <dgm:cxnLst>
    <dgm:cxn modelId="{C982062A-B591-4D5B-8BED-274AC2256AFF}" srcId="{B59BD2A1-D415-4DDD-BBE4-EA390AEA5D02}" destId="{E75F8B1E-EFA0-47DC-A191-FF3903CD7CCB}" srcOrd="0" destOrd="0" parTransId="{DD06F4F1-90F9-4109-BBCC-EE7D7069D30C}" sibTransId="{8A97B7B1-F607-4D3C-9F20-717EFFA24C13}"/>
    <dgm:cxn modelId="{B80E3A45-96D8-4F98-AB07-73177926D05B}" type="presOf" srcId="{6E9E8BDB-4A14-485A-9395-51ED47DCA21D}" destId="{E0121815-B7F4-49CE-9E34-2412AF6B585D}" srcOrd="0" destOrd="0" presId="urn:microsoft.com/office/officeart/2005/8/layout/vList2"/>
    <dgm:cxn modelId="{3E319D48-9C73-4366-80BE-B1536C94AB69}" type="presOf" srcId="{E75F8B1E-EFA0-47DC-A191-FF3903CD7CCB}" destId="{DC3971FE-5C4C-4F2E-9DB6-9D293579252A}" srcOrd="0" destOrd="0" presId="urn:microsoft.com/office/officeart/2005/8/layout/vList2"/>
    <dgm:cxn modelId="{3B57188F-B392-4F02-BAA0-F34781FEEAFE}" type="presOf" srcId="{B59BD2A1-D415-4DDD-BBE4-EA390AEA5D02}" destId="{90B3DB9D-F41E-4AC0-A188-E4CA182745B0}" srcOrd="0" destOrd="0" presId="urn:microsoft.com/office/officeart/2005/8/layout/vList2"/>
    <dgm:cxn modelId="{41703E8F-EA7A-4AC7-BDAE-A183A1B0EC93}" srcId="{B59BD2A1-D415-4DDD-BBE4-EA390AEA5D02}" destId="{6E9E8BDB-4A14-485A-9395-51ED47DCA21D}" srcOrd="1" destOrd="0" parTransId="{769CEAF9-307A-45F9-88A7-6EC7D2544D74}" sibTransId="{2A0BBFC2-D65D-4069-B6D6-568558972520}"/>
    <dgm:cxn modelId="{EEB4CFE6-8EAA-4D53-9AB7-3080E73FE95B}" srcId="{B59BD2A1-D415-4DDD-BBE4-EA390AEA5D02}" destId="{EDFFA0E0-6033-4676-B556-A59F4C316FDA}" srcOrd="2" destOrd="0" parTransId="{45827C08-E567-4C91-B1C6-23DB8FEB4239}" sibTransId="{8C2C9E80-3700-42CC-9A5B-4DB7FC1E074F}"/>
    <dgm:cxn modelId="{306C62FF-E83E-448B-94BF-749EC6C55827}" type="presOf" srcId="{EDFFA0E0-6033-4676-B556-A59F4C316FDA}" destId="{DEDA96BE-3F72-42E3-B8F9-ED760D457988}" srcOrd="0" destOrd="0" presId="urn:microsoft.com/office/officeart/2005/8/layout/vList2"/>
    <dgm:cxn modelId="{67D84EFF-4D9D-48D6-8176-73D6BB1D229A}" type="presParOf" srcId="{90B3DB9D-F41E-4AC0-A188-E4CA182745B0}" destId="{DC3971FE-5C4C-4F2E-9DB6-9D293579252A}" srcOrd="0" destOrd="0" presId="urn:microsoft.com/office/officeart/2005/8/layout/vList2"/>
    <dgm:cxn modelId="{5751CF47-694D-4E86-8221-E989AECF7EF3}" type="presParOf" srcId="{90B3DB9D-F41E-4AC0-A188-E4CA182745B0}" destId="{7D39D076-3E68-4A00-A2BE-F2FB469EF1AD}" srcOrd="1" destOrd="0" presId="urn:microsoft.com/office/officeart/2005/8/layout/vList2"/>
    <dgm:cxn modelId="{A3ABFB4B-8957-4BF3-9478-C52E35BA89B4}" type="presParOf" srcId="{90B3DB9D-F41E-4AC0-A188-E4CA182745B0}" destId="{E0121815-B7F4-49CE-9E34-2412AF6B585D}" srcOrd="2" destOrd="0" presId="urn:microsoft.com/office/officeart/2005/8/layout/vList2"/>
    <dgm:cxn modelId="{4A534693-7015-45DE-9A2C-43146ED4C7B0}" type="presParOf" srcId="{90B3DB9D-F41E-4AC0-A188-E4CA182745B0}" destId="{68C69073-21B3-4F2D-81AC-9262B8650F9D}" srcOrd="3" destOrd="0" presId="urn:microsoft.com/office/officeart/2005/8/layout/vList2"/>
    <dgm:cxn modelId="{56E5EBFC-9D60-473B-9F13-BEEB454746A2}" type="presParOf" srcId="{90B3DB9D-F41E-4AC0-A188-E4CA182745B0}" destId="{DEDA96BE-3F72-42E3-B8F9-ED760D45798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3BFABA7-3862-41D0-8392-11883461505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F87A64D2-A670-4DEF-A355-65D100D637B5}">
      <dgm:prSet>
        <dgm:style>
          <a:lnRef idx="2">
            <a:schemeClr val="accent3"/>
          </a:lnRef>
          <a:fillRef idx="1">
            <a:schemeClr val="lt1"/>
          </a:fillRef>
          <a:effectRef idx="0">
            <a:schemeClr val="accent3"/>
          </a:effectRef>
          <a:fontRef idx="minor">
            <a:schemeClr val="dk1"/>
          </a:fontRef>
        </dgm:style>
      </dgm:prSet>
      <dgm:spPr/>
      <dgm:t>
        <a:bodyPr/>
        <a:lstStyle/>
        <a:p>
          <a:r>
            <a:rPr lang="en-IN" dirty="0"/>
            <a:t>• Majority exercise 200–300 minutes per week (3–5 days/week).</a:t>
          </a:r>
        </a:p>
      </dgm:t>
    </dgm:pt>
    <dgm:pt modelId="{0C1EEABF-8851-4546-B714-23175368F612}" type="parTrans" cxnId="{0279FB44-F2CA-44DA-AA16-E75D76F09D88}">
      <dgm:prSet/>
      <dgm:spPr/>
      <dgm:t>
        <a:bodyPr/>
        <a:lstStyle/>
        <a:p>
          <a:endParaRPr lang="en-IN"/>
        </a:p>
      </dgm:t>
    </dgm:pt>
    <dgm:pt modelId="{5B3C20C9-F193-4BBD-95F4-7D645616CEB7}" type="sibTrans" cxnId="{0279FB44-F2CA-44DA-AA16-E75D76F09D88}">
      <dgm:prSet/>
      <dgm:spPr/>
      <dgm:t>
        <a:bodyPr/>
        <a:lstStyle/>
        <a:p>
          <a:endParaRPr lang="en-IN"/>
        </a:p>
      </dgm:t>
    </dgm:pt>
    <dgm:pt modelId="{A3FD8E9B-2D5A-4F09-A50B-996D16A30F7E}">
      <dgm:prSet>
        <dgm:style>
          <a:lnRef idx="2">
            <a:schemeClr val="accent3"/>
          </a:lnRef>
          <a:fillRef idx="1">
            <a:schemeClr val="lt1"/>
          </a:fillRef>
          <a:effectRef idx="0">
            <a:schemeClr val="accent3"/>
          </a:effectRef>
          <a:fontRef idx="minor">
            <a:schemeClr val="dk1"/>
          </a:fontRef>
        </dgm:style>
      </dgm:prSet>
      <dgm:spPr/>
      <dgm:t>
        <a:bodyPr/>
        <a:lstStyle/>
        <a:p>
          <a:r>
            <a:rPr lang="en-IN" dirty="0"/>
            <a:t>• Shows consistent habits among most users.</a:t>
          </a:r>
        </a:p>
      </dgm:t>
    </dgm:pt>
    <dgm:pt modelId="{F5A0CE47-E4B0-4BF8-8C8E-6FE12EF11629}" type="parTrans" cxnId="{1C586F48-9155-4F25-88CA-D4E93CE55770}">
      <dgm:prSet/>
      <dgm:spPr/>
      <dgm:t>
        <a:bodyPr/>
        <a:lstStyle/>
        <a:p>
          <a:endParaRPr lang="en-IN"/>
        </a:p>
      </dgm:t>
    </dgm:pt>
    <dgm:pt modelId="{2640A5CC-253A-42D2-A477-9F25FDBA57D9}" type="sibTrans" cxnId="{1C586F48-9155-4F25-88CA-D4E93CE55770}">
      <dgm:prSet/>
      <dgm:spPr/>
      <dgm:t>
        <a:bodyPr/>
        <a:lstStyle/>
        <a:p>
          <a:endParaRPr lang="en-IN"/>
        </a:p>
      </dgm:t>
    </dgm:pt>
    <dgm:pt modelId="{673EC50E-B45E-4B3C-8235-74FACAB2E94A}">
      <dgm:prSet>
        <dgm:style>
          <a:lnRef idx="2">
            <a:schemeClr val="accent3"/>
          </a:lnRef>
          <a:fillRef idx="1">
            <a:schemeClr val="lt1"/>
          </a:fillRef>
          <a:effectRef idx="0">
            <a:schemeClr val="accent3"/>
          </a:effectRef>
          <a:fontRef idx="minor">
            <a:schemeClr val="dk1"/>
          </a:fontRef>
        </dgm:style>
      </dgm:prSet>
      <dgm:spPr/>
      <dgm:t>
        <a:bodyPr/>
        <a:lstStyle/>
        <a:p>
          <a:r>
            <a:rPr lang="en-IN"/>
            <a:t>• A few outliers indicate varied fitness commitment levels.</a:t>
          </a:r>
        </a:p>
      </dgm:t>
    </dgm:pt>
    <dgm:pt modelId="{628B02C6-5C74-42BE-BC62-98704EA39643}" type="parTrans" cxnId="{D9881F1F-ABDC-4E20-B8C9-5E2741AA1405}">
      <dgm:prSet/>
      <dgm:spPr/>
      <dgm:t>
        <a:bodyPr/>
        <a:lstStyle/>
        <a:p>
          <a:endParaRPr lang="en-IN"/>
        </a:p>
      </dgm:t>
    </dgm:pt>
    <dgm:pt modelId="{92F920AF-370B-4965-A1A2-A5E96AC7AA8D}" type="sibTrans" cxnId="{D9881F1F-ABDC-4E20-B8C9-5E2741AA1405}">
      <dgm:prSet/>
      <dgm:spPr/>
      <dgm:t>
        <a:bodyPr/>
        <a:lstStyle/>
        <a:p>
          <a:endParaRPr lang="en-IN"/>
        </a:p>
      </dgm:t>
    </dgm:pt>
    <dgm:pt modelId="{DA173C34-372A-4071-A002-3395F5921D9E}" type="pres">
      <dgm:prSet presAssocID="{F3BFABA7-3862-41D0-8392-11883461505C}" presName="linear" presStyleCnt="0">
        <dgm:presLayoutVars>
          <dgm:animLvl val="lvl"/>
          <dgm:resizeHandles val="exact"/>
        </dgm:presLayoutVars>
      </dgm:prSet>
      <dgm:spPr/>
    </dgm:pt>
    <dgm:pt modelId="{346FA76C-0122-4B14-A856-C7135BBAA0E1}" type="pres">
      <dgm:prSet presAssocID="{F87A64D2-A670-4DEF-A355-65D100D637B5}" presName="parentText" presStyleLbl="node1" presStyleIdx="0" presStyleCnt="3">
        <dgm:presLayoutVars>
          <dgm:chMax val="0"/>
          <dgm:bulletEnabled val="1"/>
        </dgm:presLayoutVars>
      </dgm:prSet>
      <dgm:spPr/>
    </dgm:pt>
    <dgm:pt modelId="{7DC81EED-17F0-4051-8183-93F9A6DCD7C7}" type="pres">
      <dgm:prSet presAssocID="{5B3C20C9-F193-4BBD-95F4-7D645616CEB7}" presName="spacer" presStyleCnt="0"/>
      <dgm:spPr/>
    </dgm:pt>
    <dgm:pt modelId="{584E7DEF-1DE8-4579-83D8-E5566C358582}" type="pres">
      <dgm:prSet presAssocID="{A3FD8E9B-2D5A-4F09-A50B-996D16A30F7E}" presName="parentText" presStyleLbl="node1" presStyleIdx="1" presStyleCnt="3">
        <dgm:presLayoutVars>
          <dgm:chMax val="0"/>
          <dgm:bulletEnabled val="1"/>
        </dgm:presLayoutVars>
      </dgm:prSet>
      <dgm:spPr/>
    </dgm:pt>
    <dgm:pt modelId="{C484D38C-C4AD-4F82-94C5-2852771F29B2}" type="pres">
      <dgm:prSet presAssocID="{2640A5CC-253A-42D2-A477-9F25FDBA57D9}" presName="spacer" presStyleCnt="0"/>
      <dgm:spPr/>
    </dgm:pt>
    <dgm:pt modelId="{8997D20D-FE72-4231-83BC-1A4521654DA3}" type="pres">
      <dgm:prSet presAssocID="{673EC50E-B45E-4B3C-8235-74FACAB2E94A}" presName="parentText" presStyleLbl="node1" presStyleIdx="2" presStyleCnt="3">
        <dgm:presLayoutVars>
          <dgm:chMax val="0"/>
          <dgm:bulletEnabled val="1"/>
        </dgm:presLayoutVars>
      </dgm:prSet>
      <dgm:spPr/>
    </dgm:pt>
  </dgm:ptLst>
  <dgm:cxnLst>
    <dgm:cxn modelId="{300E3112-A8FA-488C-AFFF-6EA6FB9D53E4}" type="presOf" srcId="{F87A64D2-A670-4DEF-A355-65D100D637B5}" destId="{346FA76C-0122-4B14-A856-C7135BBAA0E1}" srcOrd="0" destOrd="0" presId="urn:microsoft.com/office/officeart/2005/8/layout/vList2"/>
    <dgm:cxn modelId="{D9881F1F-ABDC-4E20-B8C9-5E2741AA1405}" srcId="{F3BFABA7-3862-41D0-8392-11883461505C}" destId="{673EC50E-B45E-4B3C-8235-74FACAB2E94A}" srcOrd="2" destOrd="0" parTransId="{628B02C6-5C74-42BE-BC62-98704EA39643}" sibTransId="{92F920AF-370B-4965-A1A2-A5E96AC7AA8D}"/>
    <dgm:cxn modelId="{30FC632B-6F71-4D83-B18C-E0F5BCA93363}" type="presOf" srcId="{673EC50E-B45E-4B3C-8235-74FACAB2E94A}" destId="{8997D20D-FE72-4231-83BC-1A4521654DA3}" srcOrd="0" destOrd="0" presId="urn:microsoft.com/office/officeart/2005/8/layout/vList2"/>
    <dgm:cxn modelId="{0279FB44-F2CA-44DA-AA16-E75D76F09D88}" srcId="{F3BFABA7-3862-41D0-8392-11883461505C}" destId="{F87A64D2-A670-4DEF-A355-65D100D637B5}" srcOrd="0" destOrd="0" parTransId="{0C1EEABF-8851-4546-B714-23175368F612}" sibTransId="{5B3C20C9-F193-4BBD-95F4-7D645616CEB7}"/>
    <dgm:cxn modelId="{1C586F48-9155-4F25-88CA-D4E93CE55770}" srcId="{F3BFABA7-3862-41D0-8392-11883461505C}" destId="{A3FD8E9B-2D5A-4F09-A50B-996D16A30F7E}" srcOrd="1" destOrd="0" parTransId="{F5A0CE47-E4B0-4BF8-8C8E-6FE12EF11629}" sibTransId="{2640A5CC-253A-42D2-A477-9F25FDBA57D9}"/>
    <dgm:cxn modelId="{6C9925A2-4BFC-4A80-B541-9F4C4D9DDAD4}" type="presOf" srcId="{A3FD8E9B-2D5A-4F09-A50B-996D16A30F7E}" destId="{584E7DEF-1DE8-4579-83D8-E5566C358582}" srcOrd="0" destOrd="0" presId="urn:microsoft.com/office/officeart/2005/8/layout/vList2"/>
    <dgm:cxn modelId="{50FFB7D8-7DDB-44EB-A0A3-4041D9B7DC57}" type="presOf" srcId="{F3BFABA7-3862-41D0-8392-11883461505C}" destId="{DA173C34-372A-4071-A002-3395F5921D9E}" srcOrd="0" destOrd="0" presId="urn:microsoft.com/office/officeart/2005/8/layout/vList2"/>
    <dgm:cxn modelId="{9E99F6DF-9BDB-4D54-AF66-2C04FAEE78AC}" type="presParOf" srcId="{DA173C34-372A-4071-A002-3395F5921D9E}" destId="{346FA76C-0122-4B14-A856-C7135BBAA0E1}" srcOrd="0" destOrd="0" presId="urn:microsoft.com/office/officeart/2005/8/layout/vList2"/>
    <dgm:cxn modelId="{08A359BE-1736-4F86-82D0-C0AD5E630587}" type="presParOf" srcId="{DA173C34-372A-4071-A002-3395F5921D9E}" destId="{7DC81EED-17F0-4051-8183-93F9A6DCD7C7}" srcOrd="1" destOrd="0" presId="urn:microsoft.com/office/officeart/2005/8/layout/vList2"/>
    <dgm:cxn modelId="{8C6DEF5D-1F61-4C9E-BE6B-C45898E6DB9B}" type="presParOf" srcId="{DA173C34-372A-4071-A002-3395F5921D9E}" destId="{584E7DEF-1DE8-4579-83D8-E5566C358582}" srcOrd="2" destOrd="0" presId="urn:microsoft.com/office/officeart/2005/8/layout/vList2"/>
    <dgm:cxn modelId="{3916FFDB-52EB-4393-B1AB-96D6E16A9367}" type="presParOf" srcId="{DA173C34-372A-4071-A002-3395F5921D9E}" destId="{C484D38C-C4AD-4F82-94C5-2852771F29B2}" srcOrd="3" destOrd="0" presId="urn:microsoft.com/office/officeart/2005/8/layout/vList2"/>
    <dgm:cxn modelId="{38B7964C-0366-495E-ACBF-D5587D153A1F}" type="presParOf" srcId="{DA173C34-372A-4071-A002-3395F5921D9E}" destId="{8997D20D-FE72-4231-83BC-1A4521654DA3}"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7FEE3CA-A6E6-485C-AC51-B7473B19D85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0A87D0CB-80E6-406D-98C1-3A42F7E8AB63}">
      <dgm:prSet>
        <dgm:style>
          <a:lnRef idx="2">
            <a:schemeClr val="accent6"/>
          </a:lnRef>
          <a:fillRef idx="1">
            <a:schemeClr val="lt1"/>
          </a:fillRef>
          <a:effectRef idx="0">
            <a:schemeClr val="accent6"/>
          </a:effectRef>
          <a:fontRef idx="minor">
            <a:schemeClr val="dk1"/>
          </a:fontRef>
        </dgm:style>
      </dgm:prSet>
      <dgm:spPr/>
      <dgm:t>
        <a:bodyPr/>
        <a:lstStyle/>
        <a:p>
          <a:r>
            <a:rPr lang="en-IN" dirty="0"/>
            <a:t>•</a:t>
          </a:r>
          <a:r>
            <a:rPr lang="en-US" dirty="0"/>
            <a:t>There is no strong correlation between dietary calories and calories burned — the data points are widely spread.</a:t>
          </a:r>
          <a:endParaRPr lang="en-IN" dirty="0"/>
        </a:p>
      </dgm:t>
    </dgm:pt>
    <dgm:pt modelId="{378FDB45-B45F-4F46-94A4-B27445708E3A}" type="parTrans" cxnId="{A456CF64-9505-441A-A4BC-FABA60790F77}">
      <dgm:prSet/>
      <dgm:spPr/>
      <dgm:t>
        <a:bodyPr/>
        <a:lstStyle/>
        <a:p>
          <a:endParaRPr lang="en-IN"/>
        </a:p>
      </dgm:t>
    </dgm:pt>
    <dgm:pt modelId="{45EF1E7B-7330-452D-993A-F3CF4F1D4564}" type="sibTrans" cxnId="{A456CF64-9505-441A-A4BC-FABA60790F77}">
      <dgm:prSet/>
      <dgm:spPr/>
      <dgm:t>
        <a:bodyPr/>
        <a:lstStyle/>
        <a:p>
          <a:endParaRPr lang="en-IN"/>
        </a:p>
      </dgm:t>
    </dgm:pt>
    <dgm:pt modelId="{56116BE1-9533-4912-AD8A-2B1C633339BE}">
      <dgm:prSet>
        <dgm:style>
          <a:lnRef idx="2">
            <a:schemeClr val="accent6"/>
          </a:lnRef>
          <a:fillRef idx="1">
            <a:schemeClr val="lt1"/>
          </a:fillRef>
          <a:effectRef idx="0">
            <a:schemeClr val="accent6"/>
          </a:effectRef>
          <a:fontRef idx="minor">
            <a:schemeClr val="dk1"/>
          </a:fontRef>
        </dgm:style>
      </dgm:prSet>
      <dgm:spPr/>
      <dgm:t>
        <a:bodyPr/>
        <a:lstStyle/>
        <a:p>
          <a:r>
            <a:rPr lang="en-IN" dirty="0"/>
            <a:t>• </a:t>
          </a:r>
          <a:r>
            <a:rPr lang="en-US" dirty="0"/>
            <a:t>Calorie burn likely depends on</a:t>
          </a:r>
          <a:r>
            <a:rPr lang="en-US" b="1" dirty="0"/>
            <a:t> </a:t>
          </a:r>
          <a:r>
            <a:rPr lang="en-US" dirty="0"/>
            <a:t>exercise intensity and duration, rather than just dietary calorie intake.</a:t>
          </a:r>
          <a:r>
            <a:rPr lang="en-IN" dirty="0"/>
            <a:t> .</a:t>
          </a:r>
        </a:p>
      </dgm:t>
    </dgm:pt>
    <dgm:pt modelId="{FB398EA5-114C-44B2-9CFF-120570CBDD7D}" type="parTrans" cxnId="{64507504-EDC9-4545-A724-01DFCF240E8E}">
      <dgm:prSet/>
      <dgm:spPr/>
      <dgm:t>
        <a:bodyPr/>
        <a:lstStyle/>
        <a:p>
          <a:endParaRPr lang="en-IN"/>
        </a:p>
      </dgm:t>
    </dgm:pt>
    <dgm:pt modelId="{4086E84E-D50C-43CB-A94C-044DA0165FF9}" type="sibTrans" cxnId="{64507504-EDC9-4545-A724-01DFCF240E8E}">
      <dgm:prSet/>
      <dgm:spPr/>
      <dgm:t>
        <a:bodyPr/>
        <a:lstStyle/>
        <a:p>
          <a:endParaRPr lang="en-IN"/>
        </a:p>
      </dgm:t>
    </dgm:pt>
    <dgm:pt modelId="{249784C7-0C61-42DE-81FD-A8627857DDBE}">
      <dgm:prSet>
        <dgm:style>
          <a:lnRef idx="2">
            <a:schemeClr val="accent6"/>
          </a:lnRef>
          <a:fillRef idx="1">
            <a:schemeClr val="lt1"/>
          </a:fillRef>
          <a:effectRef idx="0">
            <a:schemeClr val="accent6"/>
          </a:effectRef>
          <a:fontRef idx="minor">
            <a:schemeClr val="dk1"/>
          </a:fontRef>
        </dgm:style>
      </dgm:prSet>
      <dgm:spPr/>
      <dgm:t>
        <a:bodyPr/>
        <a:lstStyle/>
        <a:p>
          <a:r>
            <a:rPr lang="en-IN" dirty="0"/>
            <a:t>• </a:t>
          </a:r>
          <a:r>
            <a:rPr lang="en-US" dirty="0"/>
            <a:t>This suggests that higher food intake does not always lead to more calories burned during workouts.</a:t>
          </a:r>
          <a:endParaRPr lang="en-IN" dirty="0"/>
        </a:p>
      </dgm:t>
    </dgm:pt>
    <dgm:pt modelId="{CA930DCE-37CA-4CA6-B73D-A1C453052743}" type="parTrans" cxnId="{FFA1EC90-7DAA-4223-A47C-B64D96B17BDC}">
      <dgm:prSet/>
      <dgm:spPr/>
      <dgm:t>
        <a:bodyPr/>
        <a:lstStyle/>
        <a:p>
          <a:endParaRPr lang="en-IN"/>
        </a:p>
      </dgm:t>
    </dgm:pt>
    <dgm:pt modelId="{18B9FB13-1A92-4CD3-BE62-4F17BB085384}" type="sibTrans" cxnId="{FFA1EC90-7DAA-4223-A47C-B64D96B17BDC}">
      <dgm:prSet/>
      <dgm:spPr/>
      <dgm:t>
        <a:bodyPr/>
        <a:lstStyle/>
        <a:p>
          <a:endParaRPr lang="en-IN"/>
        </a:p>
      </dgm:t>
    </dgm:pt>
    <dgm:pt modelId="{20C3DA98-8158-46B7-ABF1-AC30D085475A}" type="pres">
      <dgm:prSet presAssocID="{E7FEE3CA-A6E6-485C-AC51-B7473B19D851}" presName="linear" presStyleCnt="0">
        <dgm:presLayoutVars>
          <dgm:animLvl val="lvl"/>
          <dgm:resizeHandles val="exact"/>
        </dgm:presLayoutVars>
      </dgm:prSet>
      <dgm:spPr/>
    </dgm:pt>
    <dgm:pt modelId="{B914B3DF-0FBB-4FD8-9F14-A0F25F2A6A55}" type="pres">
      <dgm:prSet presAssocID="{0A87D0CB-80E6-406D-98C1-3A42F7E8AB63}" presName="parentText" presStyleLbl="node1" presStyleIdx="0" presStyleCnt="3">
        <dgm:presLayoutVars>
          <dgm:chMax val="0"/>
          <dgm:bulletEnabled val="1"/>
        </dgm:presLayoutVars>
      </dgm:prSet>
      <dgm:spPr/>
    </dgm:pt>
    <dgm:pt modelId="{BEE05DAB-889D-4EFA-B6A7-19847BB1E8E0}" type="pres">
      <dgm:prSet presAssocID="{45EF1E7B-7330-452D-993A-F3CF4F1D4564}" presName="spacer" presStyleCnt="0"/>
      <dgm:spPr/>
    </dgm:pt>
    <dgm:pt modelId="{BC4F556A-A24E-4626-B02B-B2B3EF159893}" type="pres">
      <dgm:prSet presAssocID="{249784C7-0C61-42DE-81FD-A8627857DDBE}" presName="parentText" presStyleLbl="node1" presStyleIdx="1" presStyleCnt="3" custLinFactNeighborX="-5566" custLinFactNeighborY="2">
        <dgm:presLayoutVars>
          <dgm:chMax val="0"/>
          <dgm:bulletEnabled val="1"/>
        </dgm:presLayoutVars>
      </dgm:prSet>
      <dgm:spPr/>
    </dgm:pt>
    <dgm:pt modelId="{896E8D24-2C05-419D-94A2-40C85C886533}" type="pres">
      <dgm:prSet presAssocID="{18B9FB13-1A92-4CD3-BE62-4F17BB085384}" presName="spacer" presStyleCnt="0"/>
      <dgm:spPr/>
    </dgm:pt>
    <dgm:pt modelId="{E0078B0B-DCE2-4980-8B30-D1DB276D5481}" type="pres">
      <dgm:prSet presAssocID="{56116BE1-9533-4912-AD8A-2B1C633339BE}" presName="parentText" presStyleLbl="node1" presStyleIdx="2" presStyleCnt="3">
        <dgm:presLayoutVars>
          <dgm:chMax val="0"/>
          <dgm:bulletEnabled val="1"/>
        </dgm:presLayoutVars>
      </dgm:prSet>
      <dgm:spPr/>
    </dgm:pt>
  </dgm:ptLst>
  <dgm:cxnLst>
    <dgm:cxn modelId="{64507504-EDC9-4545-A724-01DFCF240E8E}" srcId="{E7FEE3CA-A6E6-485C-AC51-B7473B19D851}" destId="{56116BE1-9533-4912-AD8A-2B1C633339BE}" srcOrd="2" destOrd="0" parTransId="{FB398EA5-114C-44B2-9CFF-120570CBDD7D}" sibTransId="{4086E84E-D50C-43CB-A94C-044DA0165FF9}"/>
    <dgm:cxn modelId="{AB9E9240-AC22-4DB1-9C9F-1C511FE1A38D}" type="presOf" srcId="{0A87D0CB-80E6-406D-98C1-3A42F7E8AB63}" destId="{B914B3DF-0FBB-4FD8-9F14-A0F25F2A6A55}" srcOrd="0" destOrd="0" presId="urn:microsoft.com/office/officeart/2005/8/layout/vList2"/>
    <dgm:cxn modelId="{A456CF64-9505-441A-A4BC-FABA60790F77}" srcId="{E7FEE3CA-A6E6-485C-AC51-B7473B19D851}" destId="{0A87D0CB-80E6-406D-98C1-3A42F7E8AB63}" srcOrd="0" destOrd="0" parTransId="{378FDB45-B45F-4F46-94A4-B27445708E3A}" sibTransId="{45EF1E7B-7330-452D-993A-F3CF4F1D4564}"/>
    <dgm:cxn modelId="{2300146A-6F0F-4555-8259-163FAA17A699}" type="presOf" srcId="{249784C7-0C61-42DE-81FD-A8627857DDBE}" destId="{BC4F556A-A24E-4626-B02B-B2B3EF159893}" srcOrd="0" destOrd="0" presId="urn:microsoft.com/office/officeart/2005/8/layout/vList2"/>
    <dgm:cxn modelId="{30B40F6F-649D-427A-9AF8-78ADB4F1F375}" type="presOf" srcId="{56116BE1-9533-4912-AD8A-2B1C633339BE}" destId="{E0078B0B-DCE2-4980-8B30-D1DB276D5481}" srcOrd="0" destOrd="0" presId="urn:microsoft.com/office/officeart/2005/8/layout/vList2"/>
    <dgm:cxn modelId="{FFA1EC90-7DAA-4223-A47C-B64D96B17BDC}" srcId="{E7FEE3CA-A6E6-485C-AC51-B7473B19D851}" destId="{249784C7-0C61-42DE-81FD-A8627857DDBE}" srcOrd="1" destOrd="0" parTransId="{CA930DCE-37CA-4CA6-B73D-A1C453052743}" sibTransId="{18B9FB13-1A92-4CD3-BE62-4F17BB085384}"/>
    <dgm:cxn modelId="{FB1E1D98-15A5-4FC4-90A7-21D479E717FD}" type="presOf" srcId="{E7FEE3CA-A6E6-485C-AC51-B7473B19D851}" destId="{20C3DA98-8158-46B7-ABF1-AC30D085475A}" srcOrd="0" destOrd="0" presId="urn:microsoft.com/office/officeart/2005/8/layout/vList2"/>
    <dgm:cxn modelId="{E2A4C620-DCA6-47BD-AA02-413AC6FDEBB0}" type="presParOf" srcId="{20C3DA98-8158-46B7-ABF1-AC30D085475A}" destId="{B914B3DF-0FBB-4FD8-9F14-A0F25F2A6A55}" srcOrd="0" destOrd="0" presId="urn:microsoft.com/office/officeart/2005/8/layout/vList2"/>
    <dgm:cxn modelId="{9A10F412-FBDE-47BD-8067-6A6FF9E487FF}" type="presParOf" srcId="{20C3DA98-8158-46B7-ABF1-AC30D085475A}" destId="{BEE05DAB-889D-4EFA-B6A7-19847BB1E8E0}" srcOrd="1" destOrd="0" presId="urn:microsoft.com/office/officeart/2005/8/layout/vList2"/>
    <dgm:cxn modelId="{4A7CE909-ECFF-445E-AF05-EBBF1549CD2B}" type="presParOf" srcId="{20C3DA98-8158-46B7-ABF1-AC30D085475A}" destId="{BC4F556A-A24E-4626-B02B-B2B3EF159893}" srcOrd="2" destOrd="0" presId="urn:microsoft.com/office/officeart/2005/8/layout/vList2"/>
    <dgm:cxn modelId="{5DDE56DA-443B-4EF6-8745-D6A7BEF47BF8}" type="presParOf" srcId="{20C3DA98-8158-46B7-ABF1-AC30D085475A}" destId="{896E8D24-2C05-419D-94A2-40C85C886533}" srcOrd="3" destOrd="0" presId="urn:microsoft.com/office/officeart/2005/8/layout/vList2"/>
    <dgm:cxn modelId="{A477FD8D-D067-4E09-8078-74BF83761634}" type="presParOf" srcId="{20C3DA98-8158-46B7-ABF1-AC30D085475A}" destId="{E0078B0B-DCE2-4980-8B30-D1DB276D5481}"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ABFF162-BFA1-4F17-A64A-1C06FDFAF0A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054BAC00-49DA-41E9-A2D8-83C533398177}">
      <dgm:prSet>
        <dgm:style>
          <a:lnRef idx="2">
            <a:schemeClr val="accent4"/>
          </a:lnRef>
          <a:fillRef idx="1">
            <a:schemeClr val="lt1"/>
          </a:fillRef>
          <a:effectRef idx="0">
            <a:schemeClr val="accent4"/>
          </a:effectRef>
          <a:fontRef idx="minor">
            <a:schemeClr val="dk1"/>
          </a:fontRef>
        </dgm:style>
      </dgm:prSet>
      <dgm:spPr/>
      <dgm:t>
        <a:bodyPr/>
        <a:lstStyle/>
        <a:p>
          <a:r>
            <a:rPr lang="en-IN" dirty="0"/>
            <a:t>• Peak calorie burn seen in users aged 25–40 years.</a:t>
          </a:r>
        </a:p>
      </dgm:t>
    </dgm:pt>
    <dgm:pt modelId="{2101AEF5-B8AB-4451-8DAF-FF1017CDAA4E}" type="parTrans" cxnId="{640FF3F1-9FF2-4035-BDAB-72070EF40034}">
      <dgm:prSet/>
      <dgm:spPr/>
      <dgm:t>
        <a:bodyPr/>
        <a:lstStyle/>
        <a:p>
          <a:endParaRPr lang="en-IN"/>
        </a:p>
      </dgm:t>
    </dgm:pt>
    <dgm:pt modelId="{31A98ADB-FCB4-4173-BE28-0C6FA363FDEE}" type="sibTrans" cxnId="{640FF3F1-9FF2-4035-BDAB-72070EF40034}">
      <dgm:prSet/>
      <dgm:spPr/>
      <dgm:t>
        <a:bodyPr/>
        <a:lstStyle/>
        <a:p>
          <a:endParaRPr lang="en-IN"/>
        </a:p>
      </dgm:t>
    </dgm:pt>
    <dgm:pt modelId="{87C0E085-9149-433A-BA50-C805B666A896}">
      <dgm:prSet>
        <dgm:style>
          <a:lnRef idx="2">
            <a:schemeClr val="accent4"/>
          </a:lnRef>
          <a:fillRef idx="1">
            <a:schemeClr val="lt1"/>
          </a:fillRef>
          <a:effectRef idx="0">
            <a:schemeClr val="accent4"/>
          </a:effectRef>
          <a:fontRef idx="minor">
            <a:schemeClr val="dk1"/>
          </a:fontRef>
        </dgm:style>
      </dgm:prSet>
      <dgm:spPr>
        <a:ln/>
      </dgm:spPr>
      <dgm:t>
        <a:bodyPr/>
        <a:lstStyle/>
        <a:p>
          <a:r>
            <a:rPr lang="en-IN" dirty="0"/>
            <a:t>• Decline after 45, possibly due to lower metabolism.</a:t>
          </a:r>
        </a:p>
      </dgm:t>
    </dgm:pt>
    <dgm:pt modelId="{18849366-0A3B-4010-9373-885392C3E034}" type="parTrans" cxnId="{95C09258-6754-4DFD-82D1-B87629A3E82F}">
      <dgm:prSet/>
      <dgm:spPr/>
      <dgm:t>
        <a:bodyPr/>
        <a:lstStyle/>
        <a:p>
          <a:endParaRPr lang="en-IN"/>
        </a:p>
      </dgm:t>
    </dgm:pt>
    <dgm:pt modelId="{700BFCAF-27A0-40E7-BD57-8820E3421D45}" type="sibTrans" cxnId="{95C09258-6754-4DFD-82D1-B87629A3E82F}">
      <dgm:prSet/>
      <dgm:spPr/>
      <dgm:t>
        <a:bodyPr/>
        <a:lstStyle/>
        <a:p>
          <a:endParaRPr lang="en-IN"/>
        </a:p>
      </dgm:t>
    </dgm:pt>
    <dgm:pt modelId="{4FB499D6-8F88-40D9-9543-F10980DB1D97}">
      <dgm:prSet>
        <dgm:style>
          <a:lnRef idx="2">
            <a:schemeClr val="accent4"/>
          </a:lnRef>
          <a:fillRef idx="1">
            <a:schemeClr val="lt1"/>
          </a:fillRef>
          <a:effectRef idx="0">
            <a:schemeClr val="accent4"/>
          </a:effectRef>
          <a:fontRef idx="minor">
            <a:schemeClr val="dk1"/>
          </a:fontRef>
        </dgm:style>
      </dgm:prSet>
      <dgm:spPr/>
      <dgm:t>
        <a:bodyPr/>
        <a:lstStyle/>
        <a:p>
          <a:r>
            <a:rPr lang="en-IN"/>
            <a:t>• Younger users show moderate activity levels.</a:t>
          </a:r>
        </a:p>
      </dgm:t>
    </dgm:pt>
    <dgm:pt modelId="{5B673EC7-9E64-490A-B061-4F1E1718E405}" type="parTrans" cxnId="{44D4897B-5274-4D25-99F4-E30845F73DA4}">
      <dgm:prSet/>
      <dgm:spPr/>
      <dgm:t>
        <a:bodyPr/>
        <a:lstStyle/>
        <a:p>
          <a:endParaRPr lang="en-IN"/>
        </a:p>
      </dgm:t>
    </dgm:pt>
    <dgm:pt modelId="{7C8D36B4-612C-41EA-BA78-A789A2A618B5}" type="sibTrans" cxnId="{44D4897B-5274-4D25-99F4-E30845F73DA4}">
      <dgm:prSet/>
      <dgm:spPr/>
      <dgm:t>
        <a:bodyPr/>
        <a:lstStyle/>
        <a:p>
          <a:endParaRPr lang="en-IN"/>
        </a:p>
      </dgm:t>
    </dgm:pt>
    <dgm:pt modelId="{0CE9F267-7014-48A5-870B-4C781C7788D7}" type="pres">
      <dgm:prSet presAssocID="{7ABFF162-BFA1-4F17-A64A-1C06FDFAF0A5}" presName="linear" presStyleCnt="0">
        <dgm:presLayoutVars>
          <dgm:animLvl val="lvl"/>
          <dgm:resizeHandles val="exact"/>
        </dgm:presLayoutVars>
      </dgm:prSet>
      <dgm:spPr/>
    </dgm:pt>
    <dgm:pt modelId="{919DAB31-BC1B-45F4-BAEF-EB35079135D1}" type="pres">
      <dgm:prSet presAssocID="{054BAC00-49DA-41E9-A2D8-83C533398177}" presName="parentText" presStyleLbl="node1" presStyleIdx="0" presStyleCnt="3">
        <dgm:presLayoutVars>
          <dgm:chMax val="0"/>
          <dgm:bulletEnabled val="1"/>
        </dgm:presLayoutVars>
      </dgm:prSet>
      <dgm:spPr/>
    </dgm:pt>
    <dgm:pt modelId="{8AF23AA3-7AD1-4490-9AE9-26BFDA8B26B7}" type="pres">
      <dgm:prSet presAssocID="{31A98ADB-FCB4-4173-BE28-0C6FA363FDEE}" presName="spacer" presStyleCnt="0"/>
      <dgm:spPr/>
    </dgm:pt>
    <dgm:pt modelId="{2616622E-7769-4266-A064-972D17361A04}" type="pres">
      <dgm:prSet presAssocID="{87C0E085-9149-433A-BA50-C805B666A896}" presName="parentText" presStyleLbl="node1" presStyleIdx="1" presStyleCnt="3">
        <dgm:presLayoutVars>
          <dgm:chMax val="0"/>
          <dgm:bulletEnabled val="1"/>
        </dgm:presLayoutVars>
      </dgm:prSet>
      <dgm:spPr/>
    </dgm:pt>
    <dgm:pt modelId="{FD17B62A-8747-4277-943E-F2E50C87EE26}" type="pres">
      <dgm:prSet presAssocID="{700BFCAF-27A0-40E7-BD57-8820E3421D45}" presName="spacer" presStyleCnt="0"/>
      <dgm:spPr/>
    </dgm:pt>
    <dgm:pt modelId="{3EC593A7-21A9-4845-882B-DE96EB128AE2}" type="pres">
      <dgm:prSet presAssocID="{4FB499D6-8F88-40D9-9543-F10980DB1D97}" presName="parentText" presStyleLbl="node1" presStyleIdx="2" presStyleCnt="3">
        <dgm:presLayoutVars>
          <dgm:chMax val="0"/>
          <dgm:bulletEnabled val="1"/>
        </dgm:presLayoutVars>
      </dgm:prSet>
      <dgm:spPr/>
    </dgm:pt>
  </dgm:ptLst>
  <dgm:cxnLst>
    <dgm:cxn modelId="{01E31939-CBE5-4CA3-8162-4F8F7F8A1AF9}" type="presOf" srcId="{4FB499D6-8F88-40D9-9543-F10980DB1D97}" destId="{3EC593A7-21A9-4845-882B-DE96EB128AE2}" srcOrd="0" destOrd="0" presId="urn:microsoft.com/office/officeart/2005/8/layout/vList2"/>
    <dgm:cxn modelId="{60336D6C-583A-4A2A-888B-876A5E0DDCF4}" type="presOf" srcId="{054BAC00-49DA-41E9-A2D8-83C533398177}" destId="{919DAB31-BC1B-45F4-BAEF-EB35079135D1}" srcOrd="0" destOrd="0" presId="urn:microsoft.com/office/officeart/2005/8/layout/vList2"/>
    <dgm:cxn modelId="{95C09258-6754-4DFD-82D1-B87629A3E82F}" srcId="{7ABFF162-BFA1-4F17-A64A-1C06FDFAF0A5}" destId="{87C0E085-9149-433A-BA50-C805B666A896}" srcOrd="1" destOrd="0" parTransId="{18849366-0A3B-4010-9373-885392C3E034}" sibTransId="{700BFCAF-27A0-40E7-BD57-8820E3421D45}"/>
    <dgm:cxn modelId="{44D4897B-5274-4D25-99F4-E30845F73DA4}" srcId="{7ABFF162-BFA1-4F17-A64A-1C06FDFAF0A5}" destId="{4FB499D6-8F88-40D9-9543-F10980DB1D97}" srcOrd="2" destOrd="0" parTransId="{5B673EC7-9E64-490A-B061-4F1E1718E405}" sibTransId="{7C8D36B4-612C-41EA-BA78-A789A2A618B5}"/>
    <dgm:cxn modelId="{01AA7ED3-5DB1-4CA1-A0C4-3BF1A5B83C84}" type="presOf" srcId="{87C0E085-9149-433A-BA50-C805B666A896}" destId="{2616622E-7769-4266-A064-972D17361A04}" srcOrd="0" destOrd="0" presId="urn:microsoft.com/office/officeart/2005/8/layout/vList2"/>
    <dgm:cxn modelId="{13CDA2DE-D69D-43AD-ADE2-CC6A8FB83F0D}" type="presOf" srcId="{7ABFF162-BFA1-4F17-A64A-1C06FDFAF0A5}" destId="{0CE9F267-7014-48A5-870B-4C781C7788D7}" srcOrd="0" destOrd="0" presId="urn:microsoft.com/office/officeart/2005/8/layout/vList2"/>
    <dgm:cxn modelId="{640FF3F1-9FF2-4035-BDAB-72070EF40034}" srcId="{7ABFF162-BFA1-4F17-A64A-1C06FDFAF0A5}" destId="{054BAC00-49DA-41E9-A2D8-83C533398177}" srcOrd="0" destOrd="0" parTransId="{2101AEF5-B8AB-4451-8DAF-FF1017CDAA4E}" sibTransId="{31A98ADB-FCB4-4173-BE28-0C6FA363FDEE}"/>
    <dgm:cxn modelId="{3E9C82E5-C26C-482C-ADCF-E9C4B63855D4}" type="presParOf" srcId="{0CE9F267-7014-48A5-870B-4C781C7788D7}" destId="{919DAB31-BC1B-45F4-BAEF-EB35079135D1}" srcOrd="0" destOrd="0" presId="urn:microsoft.com/office/officeart/2005/8/layout/vList2"/>
    <dgm:cxn modelId="{2B4A62DE-3710-4D20-9F40-FCEF0FBCB32F}" type="presParOf" srcId="{0CE9F267-7014-48A5-870B-4C781C7788D7}" destId="{8AF23AA3-7AD1-4490-9AE9-26BFDA8B26B7}" srcOrd="1" destOrd="0" presId="urn:microsoft.com/office/officeart/2005/8/layout/vList2"/>
    <dgm:cxn modelId="{6ADFE966-0D92-4C47-8C00-85FC41D7402A}" type="presParOf" srcId="{0CE9F267-7014-48A5-870B-4C781C7788D7}" destId="{2616622E-7769-4266-A064-972D17361A04}" srcOrd="2" destOrd="0" presId="urn:microsoft.com/office/officeart/2005/8/layout/vList2"/>
    <dgm:cxn modelId="{4A96E233-06A9-4151-B3DD-A2D6B56E2337}" type="presParOf" srcId="{0CE9F267-7014-48A5-870B-4C781C7788D7}" destId="{FD17B62A-8747-4277-943E-F2E50C87EE26}" srcOrd="3" destOrd="0" presId="urn:microsoft.com/office/officeart/2005/8/layout/vList2"/>
    <dgm:cxn modelId="{E630FB2B-1971-489A-A09F-B87BA3E5AB3F}" type="presParOf" srcId="{0CE9F267-7014-48A5-870B-4C781C7788D7}" destId="{3EC593A7-21A9-4845-882B-DE96EB128AE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45619D1-4C37-4FD9-9666-AC3B5313558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D2743107-E987-48AF-8385-10B023E12E28}">
      <dgm:prSet>
        <dgm:style>
          <a:lnRef idx="2">
            <a:schemeClr val="accent3"/>
          </a:lnRef>
          <a:fillRef idx="1">
            <a:schemeClr val="lt1"/>
          </a:fillRef>
          <a:effectRef idx="0">
            <a:schemeClr val="accent3"/>
          </a:effectRef>
          <a:fontRef idx="minor">
            <a:schemeClr val="dk1"/>
          </a:fontRef>
        </dgm:style>
      </dgm:prSet>
      <dgm:spPr/>
      <dgm:t>
        <a:bodyPr/>
        <a:lstStyle/>
        <a:p>
          <a:r>
            <a:rPr lang="en-IN" dirty="0"/>
            <a:t>• </a:t>
          </a:r>
          <a:r>
            <a:rPr lang="en-US" dirty="0"/>
            <a:t>There is no strong correlation between protein intake and BMI , values remain relatively stable across protein levels</a:t>
          </a:r>
          <a:r>
            <a:rPr lang="en-IN" dirty="0"/>
            <a:t>.</a:t>
          </a:r>
        </a:p>
      </dgm:t>
    </dgm:pt>
    <dgm:pt modelId="{3EFB2718-B734-430E-8F38-0A041BBE87CC}" type="parTrans" cxnId="{BC36A1C0-9A39-480C-AE80-C8333616C7C8}">
      <dgm:prSet/>
      <dgm:spPr/>
      <dgm:t>
        <a:bodyPr/>
        <a:lstStyle/>
        <a:p>
          <a:endParaRPr lang="en-IN"/>
        </a:p>
      </dgm:t>
    </dgm:pt>
    <dgm:pt modelId="{3C45B0C7-CE32-4767-B954-D0A77C4A0A69}" type="sibTrans" cxnId="{BC36A1C0-9A39-480C-AE80-C8333616C7C8}">
      <dgm:prSet/>
      <dgm:spPr/>
      <dgm:t>
        <a:bodyPr/>
        <a:lstStyle/>
        <a:p>
          <a:endParaRPr lang="en-IN"/>
        </a:p>
      </dgm:t>
    </dgm:pt>
    <dgm:pt modelId="{542C47E9-B87F-43F3-9182-67A24976E254}">
      <dgm:prSet>
        <dgm:style>
          <a:lnRef idx="2">
            <a:schemeClr val="accent3"/>
          </a:lnRef>
          <a:fillRef idx="1">
            <a:schemeClr val="lt1"/>
          </a:fillRef>
          <a:effectRef idx="0">
            <a:schemeClr val="accent3"/>
          </a:effectRef>
          <a:fontRef idx="minor">
            <a:schemeClr val="dk1"/>
          </a:fontRef>
        </dgm:style>
      </dgm:prSet>
      <dgm:spPr/>
      <dgm:t>
        <a:bodyPr/>
        <a:lstStyle/>
        <a:p>
          <a:r>
            <a:rPr lang="en-IN" dirty="0"/>
            <a:t>•</a:t>
          </a:r>
          <a:r>
            <a:rPr lang="en-US" b="0" dirty="0"/>
            <a:t>BMI stays mostly stable</a:t>
          </a:r>
          <a:r>
            <a:rPr lang="en-US" dirty="0"/>
            <a:t>, regardless of protein levels</a:t>
          </a:r>
          <a:r>
            <a:rPr lang="en-IN" dirty="0"/>
            <a:t>.</a:t>
          </a:r>
        </a:p>
      </dgm:t>
    </dgm:pt>
    <dgm:pt modelId="{64AA1735-2BFA-4A68-8405-3702BBFD7FCB}" type="parTrans" cxnId="{FB93E58B-FEC3-4D6E-91C2-CD55ACE64991}">
      <dgm:prSet/>
      <dgm:spPr/>
      <dgm:t>
        <a:bodyPr/>
        <a:lstStyle/>
        <a:p>
          <a:endParaRPr lang="en-IN"/>
        </a:p>
      </dgm:t>
    </dgm:pt>
    <dgm:pt modelId="{97E6B3AC-6D28-4B6D-A73A-D4234D29531D}" type="sibTrans" cxnId="{FB93E58B-FEC3-4D6E-91C2-CD55ACE64991}">
      <dgm:prSet/>
      <dgm:spPr/>
      <dgm:t>
        <a:bodyPr/>
        <a:lstStyle/>
        <a:p>
          <a:endParaRPr lang="en-IN"/>
        </a:p>
      </dgm:t>
    </dgm:pt>
    <dgm:pt modelId="{7163A037-3000-4A77-B595-B12901523792}">
      <dgm:prSet>
        <dgm:style>
          <a:lnRef idx="2">
            <a:schemeClr val="accent3"/>
          </a:lnRef>
          <a:fillRef idx="1">
            <a:schemeClr val="lt1"/>
          </a:fillRef>
          <a:effectRef idx="0">
            <a:schemeClr val="accent3"/>
          </a:effectRef>
          <a:fontRef idx="minor">
            <a:schemeClr val="dk1"/>
          </a:fontRef>
        </dgm:style>
      </dgm:prSet>
      <dgm:spPr/>
      <dgm:t>
        <a:bodyPr/>
        <a:lstStyle/>
        <a:p>
          <a:r>
            <a:rPr lang="en-IN" dirty="0"/>
            <a:t>•</a:t>
          </a:r>
          <a:r>
            <a:rPr lang="en-US" dirty="0"/>
            <a:t>Other factors, like exercise and total calories, likely affect BMI more</a:t>
          </a:r>
          <a:r>
            <a:rPr lang="en-IN" dirty="0"/>
            <a:t>.</a:t>
          </a:r>
        </a:p>
      </dgm:t>
    </dgm:pt>
    <dgm:pt modelId="{93AA2099-B49E-47FB-B800-4AF6698578EB}" type="parTrans" cxnId="{42D7C966-DA8F-4278-9F44-F778DD550F20}">
      <dgm:prSet/>
      <dgm:spPr/>
      <dgm:t>
        <a:bodyPr/>
        <a:lstStyle/>
        <a:p>
          <a:endParaRPr lang="en-IN"/>
        </a:p>
      </dgm:t>
    </dgm:pt>
    <dgm:pt modelId="{E8106029-7B8E-4EE8-A4C3-7DAD516F9485}" type="sibTrans" cxnId="{42D7C966-DA8F-4278-9F44-F778DD550F20}">
      <dgm:prSet/>
      <dgm:spPr/>
      <dgm:t>
        <a:bodyPr/>
        <a:lstStyle/>
        <a:p>
          <a:endParaRPr lang="en-IN"/>
        </a:p>
      </dgm:t>
    </dgm:pt>
    <dgm:pt modelId="{EC924F73-3430-4275-98F2-B437D286AC9D}" type="pres">
      <dgm:prSet presAssocID="{345619D1-4C37-4FD9-9666-AC3B5313558B}" presName="linear" presStyleCnt="0">
        <dgm:presLayoutVars>
          <dgm:animLvl val="lvl"/>
          <dgm:resizeHandles val="exact"/>
        </dgm:presLayoutVars>
      </dgm:prSet>
      <dgm:spPr/>
    </dgm:pt>
    <dgm:pt modelId="{05938473-09A8-4616-A449-4E6462E38532}" type="pres">
      <dgm:prSet presAssocID="{D2743107-E987-48AF-8385-10B023E12E28}" presName="parentText" presStyleLbl="node1" presStyleIdx="0" presStyleCnt="3">
        <dgm:presLayoutVars>
          <dgm:chMax val="0"/>
          <dgm:bulletEnabled val="1"/>
        </dgm:presLayoutVars>
      </dgm:prSet>
      <dgm:spPr/>
    </dgm:pt>
    <dgm:pt modelId="{CBE7D041-100C-45ED-A9C1-DD3FC3EAEACB}" type="pres">
      <dgm:prSet presAssocID="{3C45B0C7-CE32-4767-B954-D0A77C4A0A69}" presName="spacer" presStyleCnt="0"/>
      <dgm:spPr/>
    </dgm:pt>
    <dgm:pt modelId="{DED5E851-3CA1-4F61-B5A1-F103A9ACAB05}" type="pres">
      <dgm:prSet presAssocID="{542C47E9-B87F-43F3-9182-67A24976E254}" presName="parentText" presStyleLbl="node1" presStyleIdx="1" presStyleCnt="3">
        <dgm:presLayoutVars>
          <dgm:chMax val="0"/>
          <dgm:bulletEnabled val="1"/>
        </dgm:presLayoutVars>
      </dgm:prSet>
      <dgm:spPr/>
    </dgm:pt>
    <dgm:pt modelId="{7B5105FB-5DFE-4AF7-B4E1-215B437FD852}" type="pres">
      <dgm:prSet presAssocID="{97E6B3AC-6D28-4B6D-A73A-D4234D29531D}" presName="spacer" presStyleCnt="0"/>
      <dgm:spPr/>
    </dgm:pt>
    <dgm:pt modelId="{8979D5CE-A12F-4429-86B5-06D5B535794D}" type="pres">
      <dgm:prSet presAssocID="{7163A037-3000-4A77-B595-B12901523792}" presName="parentText" presStyleLbl="node1" presStyleIdx="2" presStyleCnt="3">
        <dgm:presLayoutVars>
          <dgm:chMax val="0"/>
          <dgm:bulletEnabled val="1"/>
        </dgm:presLayoutVars>
      </dgm:prSet>
      <dgm:spPr/>
    </dgm:pt>
  </dgm:ptLst>
  <dgm:cxnLst>
    <dgm:cxn modelId="{C2924C0B-B158-405D-856E-C754CCEF8933}" type="presOf" srcId="{7163A037-3000-4A77-B595-B12901523792}" destId="{8979D5CE-A12F-4429-86B5-06D5B535794D}" srcOrd="0" destOrd="0" presId="urn:microsoft.com/office/officeart/2005/8/layout/vList2"/>
    <dgm:cxn modelId="{42D7C966-DA8F-4278-9F44-F778DD550F20}" srcId="{345619D1-4C37-4FD9-9666-AC3B5313558B}" destId="{7163A037-3000-4A77-B595-B12901523792}" srcOrd="2" destOrd="0" parTransId="{93AA2099-B49E-47FB-B800-4AF6698578EB}" sibTransId="{E8106029-7B8E-4EE8-A4C3-7DAD516F9485}"/>
    <dgm:cxn modelId="{FB93E58B-FEC3-4D6E-91C2-CD55ACE64991}" srcId="{345619D1-4C37-4FD9-9666-AC3B5313558B}" destId="{542C47E9-B87F-43F3-9182-67A24976E254}" srcOrd="1" destOrd="0" parTransId="{64AA1735-2BFA-4A68-8405-3702BBFD7FCB}" sibTransId="{97E6B3AC-6D28-4B6D-A73A-D4234D29531D}"/>
    <dgm:cxn modelId="{BC36A1C0-9A39-480C-AE80-C8333616C7C8}" srcId="{345619D1-4C37-4FD9-9666-AC3B5313558B}" destId="{D2743107-E987-48AF-8385-10B023E12E28}" srcOrd="0" destOrd="0" parTransId="{3EFB2718-B734-430E-8F38-0A041BBE87CC}" sibTransId="{3C45B0C7-CE32-4767-B954-D0A77C4A0A69}"/>
    <dgm:cxn modelId="{A0595CD5-A6FF-478B-8375-BF21F2A5D36A}" type="presOf" srcId="{345619D1-4C37-4FD9-9666-AC3B5313558B}" destId="{EC924F73-3430-4275-98F2-B437D286AC9D}" srcOrd="0" destOrd="0" presId="urn:microsoft.com/office/officeart/2005/8/layout/vList2"/>
    <dgm:cxn modelId="{5FFE4BD6-C0E1-42F0-8FE9-2213A0BB8D46}" type="presOf" srcId="{542C47E9-B87F-43F3-9182-67A24976E254}" destId="{DED5E851-3CA1-4F61-B5A1-F103A9ACAB05}" srcOrd="0" destOrd="0" presId="urn:microsoft.com/office/officeart/2005/8/layout/vList2"/>
    <dgm:cxn modelId="{A7500CE6-1273-4807-AA51-A04719A3CCE0}" type="presOf" srcId="{D2743107-E987-48AF-8385-10B023E12E28}" destId="{05938473-09A8-4616-A449-4E6462E38532}" srcOrd="0" destOrd="0" presId="urn:microsoft.com/office/officeart/2005/8/layout/vList2"/>
    <dgm:cxn modelId="{B293D283-107C-4B22-931A-5B8C29F8B60F}" type="presParOf" srcId="{EC924F73-3430-4275-98F2-B437D286AC9D}" destId="{05938473-09A8-4616-A449-4E6462E38532}" srcOrd="0" destOrd="0" presId="urn:microsoft.com/office/officeart/2005/8/layout/vList2"/>
    <dgm:cxn modelId="{ECEF0F27-A432-430F-9F05-BCF82FF746FE}" type="presParOf" srcId="{EC924F73-3430-4275-98F2-B437D286AC9D}" destId="{CBE7D041-100C-45ED-A9C1-DD3FC3EAEACB}" srcOrd="1" destOrd="0" presId="urn:microsoft.com/office/officeart/2005/8/layout/vList2"/>
    <dgm:cxn modelId="{4D0CF563-B16A-4E0E-95BE-44FC1EB2103F}" type="presParOf" srcId="{EC924F73-3430-4275-98F2-B437D286AC9D}" destId="{DED5E851-3CA1-4F61-B5A1-F103A9ACAB05}" srcOrd="2" destOrd="0" presId="urn:microsoft.com/office/officeart/2005/8/layout/vList2"/>
    <dgm:cxn modelId="{95826F22-C787-4D58-9ABF-4940D6CDD2B6}" type="presParOf" srcId="{EC924F73-3430-4275-98F2-B437D286AC9D}" destId="{7B5105FB-5DFE-4AF7-B4E1-215B437FD852}" srcOrd="3" destOrd="0" presId="urn:microsoft.com/office/officeart/2005/8/layout/vList2"/>
    <dgm:cxn modelId="{517F9756-142C-4385-8984-BFFAC9272B6F}" type="presParOf" srcId="{EC924F73-3430-4275-98F2-B437D286AC9D}" destId="{8979D5CE-A12F-4429-86B5-06D5B535794D}"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47EB655-BC10-4765-A9A0-64CA8237733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ABAC65E5-9A59-40A1-912D-BDB147D422E5}">
      <dgm:prSet>
        <dgm:style>
          <a:lnRef idx="2">
            <a:schemeClr val="accent2"/>
          </a:lnRef>
          <a:fillRef idx="1">
            <a:schemeClr val="lt1"/>
          </a:fillRef>
          <a:effectRef idx="0">
            <a:schemeClr val="accent2"/>
          </a:effectRef>
          <a:fontRef idx="minor">
            <a:schemeClr val="dk1"/>
          </a:fontRef>
        </dgm:style>
      </dgm:prSet>
      <dgm:spPr/>
      <dgm:t>
        <a:bodyPr/>
        <a:lstStyle/>
        <a:p>
          <a:r>
            <a:rPr lang="en-IN" dirty="0"/>
            <a:t>• </a:t>
          </a:r>
          <a:r>
            <a:rPr lang="en-US" dirty="0"/>
            <a:t>Low sugar consumers burn the most calories (29%), showing better fitness outcomes.</a:t>
          </a:r>
          <a:r>
            <a:rPr lang="en-IN" dirty="0"/>
            <a:t>.</a:t>
          </a:r>
        </a:p>
      </dgm:t>
    </dgm:pt>
    <dgm:pt modelId="{A42E973E-1758-4822-8B0E-D46E590165A5}" type="parTrans" cxnId="{06AB1B9B-6381-4719-88ED-27331704AF94}">
      <dgm:prSet/>
      <dgm:spPr/>
      <dgm:t>
        <a:bodyPr/>
        <a:lstStyle/>
        <a:p>
          <a:endParaRPr lang="en-IN"/>
        </a:p>
      </dgm:t>
    </dgm:pt>
    <dgm:pt modelId="{6F5E1EFC-ADF8-4387-B962-4DAE5A174A2D}" type="sibTrans" cxnId="{06AB1B9B-6381-4719-88ED-27331704AF94}">
      <dgm:prSet/>
      <dgm:spPr/>
      <dgm:t>
        <a:bodyPr/>
        <a:lstStyle/>
        <a:p>
          <a:endParaRPr lang="en-IN"/>
        </a:p>
      </dgm:t>
    </dgm:pt>
    <dgm:pt modelId="{7573ED0A-431D-4C44-9462-11E63BFCF236}">
      <dgm:prSet>
        <dgm:style>
          <a:lnRef idx="2">
            <a:schemeClr val="accent2"/>
          </a:lnRef>
          <a:fillRef idx="1">
            <a:schemeClr val="lt1"/>
          </a:fillRef>
          <a:effectRef idx="0">
            <a:schemeClr val="accent2"/>
          </a:effectRef>
          <a:fontRef idx="minor">
            <a:schemeClr val="dk1"/>
          </a:fontRef>
        </dgm:style>
      </dgm:prSet>
      <dgm:spPr/>
      <dgm:t>
        <a:bodyPr/>
        <a:lstStyle/>
        <a:p>
          <a:r>
            <a:rPr lang="en-IN" dirty="0"/>
            <a:t>• </a:t>
          </a:r>
          <a:r>
            <a:rPr lang="en-US" dirty="0"/>
            <a:t>Medium, high, and very high sugar groups have similar but slightly lower calorie burn levels.</a:t>
          </a:r>
          <a:endParaRPr lang="en-IN" dirty="0"/>
        </a:p>
      </dgm:t>
    </dgm:pt>
    <dgm:pt modelId="{4BC19B08-3975-4446-BCD6-9E6FC5080FD8}" type="parTrans" cxnId="{4B5391C9-F0B6-4C54-B60F-BB08A2A07900}">
      <dgm:prSet/>
      <dgm:spPr/>
      <dgm:t>
        <a:bodyPr/>
        <a:lstStyle/>
        <a:p>
          <a:endParaRPr lang="en-IN"/>
        </a:p>
      </dgm:t>
    </dgm:pt>
    <dgm:pt modelId="{F20F6562-5CD1-4287-A7D7-A1773D0B8D13}" type="sibTrans" cxnId="{4B5391C9-F0B6-4C54-B60F-BB08A2A07900}">
      <dgm:prSet/>
      <dgm:spPr/>
      <dgm:t>
        <a:bodyPr/>
        <a:lstStyle/>
        <a:p>
          <a:endParaRPr lang="en-IN"/>
        </a:p>
      </dgm:t>
    </dgm:pt>
    <dgm:pt modelId="{B683FA94-36BD-4688-BE53-B18C67D26CB3}">
      <dgm:prSet>
        <dgm:style>
          <a:lnRef idx="2">
            <a:schemeClr val="accent2"/>
          </a:lnRef>
          <a:fillRef idx="1">
            <a:schemeClr val="lt1"/>
          </a:fillRef>
          <a:effectRef idx="0">
            <a:schemeClr val="accent2"/>
          </a:effectRef>
          <a:fontRef idx="minor">
            <a:schemeClr val="dk1"/>
          </a:fontRef>
        </dgm:style>
      </dgm:prSet>
      <dgm:spPr/>
      <dgm:t>
        <a:bodyPr/>
        <a:lstStyle/>
        <a:p>
          <a:r>
            <a:rPr lang="en-IN" dirty="0"/>
            <a:t>• Controlled sugar intake supports better energy utilization and </a:t>
          </a:r>
          <a:r>
            <a:rPr lang="en-US" dirty="0"/>
            <a:t>supports improved workout performance.</a:t>
          </a:r>
          <a:r>
            <a:rPr lang="en-IN" dirty="0"/>
            <a:t>.</a:t>
          </a:r>
        </a:p>
      </dgm:t>
    </dgm:pt>
    <dgm:pt modelId="{1D319184-EFB7-4695-A7AD-3942DCC8BF9F}" type="parTrans" cxnId="{0A7A9A75-584A-4A19-9E85-F0AA2F081D08}">
      <dgm:prSet/>
      <dgm:spPr/>
      <dgm:t>
        <a:bodyPr/>
        <a:lstStyle/>
        <a:p>
          <a:endParaRPr lang="en-IN"/>
        </a:p>
      </dgm:t>
    </dgm:pt>
    <dgm:pt modelId="{5145E86C-84CA-4C37-B942-13181D6B9664}" type="sibTrans" cxnId="{0A7A9A75-584A-4A19-9E85-F0AA2F081D08}">
      <dgm:prSet/>
      <dgm:spPr/>
      <dgm:t>
        <a:bodyPr/>
        <a:lstStyle/>
        <a:p>
          <a:endParaRPr lang="en-IN"/>
        </a:p>
      </dgm:t>
    </dgm:pt>
    <dgm:pt modelId="{DDF6AC56-6B0B-4019-A3C9-F9AD8101DD9F}" type="pres">
      <dgm:prSet presAssocID="{547EB655-BC10-4765-A9A0-64CA82377331}" presName="linear" presStyleCnt="0">
        <dgm:presLayoutVars>
          <dgm:animLvl val="lvl"/>
          <dgm:resizeHandles val="exact"/>
        </dgm:presLayoutVars>
      </dgm:prSet>
      <dgm:spPr/>
    </dgm:pt>
    <dgm:pt modelId="{B68DD062-9A66-4E03-9406-B3250A17385E}" type="pres">
      <dgm:prSet presAssocID="{ABAC65E5-9A59-40A1-912D-BDB147D422E5}" presName="parentText" presStyleLbl="node1" presStyleIdx="0" presStyleCnt="3" custLinFactNeighborX="-2309" custLinFactNeighborY="-23120">
        <dgm:presLayoutVars>
          <dgm:chMax val="0"/>
          <dgm:bulletEnabled val="1"/>
        </dgm:presLayoutVars>
      </dgm:prSet>
      <dgm:spPr/>
    </dgm:pt>
    <dgm:pt modelId="{EE1C8672-E9E8-4930-BDC1-1ED8A325EA83}" type="pres">
      <dgm:prSet presAssocID="{6F5E1EFC-ADF8-4387-B962-4DAE5A174A2D}" presName="spacer" presStyleCnt="0"/>
      <dgm:spPr/>
    </dgm:pt>
    <dgm:pt modelId="{2AB479BB-6DEB-460E-8C9B-AFF303E11C8F}" type="pres">
      <dgm:prSet presAssocID="{7573ED0A-431D-4C44-9462-11E63BFCF236}" presName="parentText" presStyleLbl="node1" presStyleIdx="1" presStyleCnt="3">
        <dgm:presLayoutVars>
          <dgm:chMax val="0"/>
          <dgm:bulletEnabled val="1"/>
        </dgm:presLayoutVars>
      </dgm:prSet>
      <dgm:spPr/>
    </dgm:pt>
    <dgm:pt modelId="{39876DA8-304D-43D9-8EDF-13C8CFF54E7A}" type="pres">
      <dgm:prSet presAssocID="{F20F6562-5CD1-4287-A7D7-A1773D0B8D13}" presName="spacer" presStyleCnt="0"/>
      <dgm:spPr/>
    </dgm:pt>
    <dgm:pt modelId="{433F9488-AB37-4169-B20F-7C4E13B36FB5}" type="pres">
      <dgm:prSet presAssocID="{B683FA94-36BD-4688-BE53-B18C67D26CB3}" presName="parentText" presStyleLbl="node1" presStyleIdx="2" presStyleCnt="3">
        <dgm:presLayoutVars>
          <dgm:chMax val="0"/>
          <dgm:bulletEnabled val="1"/>
        </dgm:presLayoutVars>
      </dgm:prSet>
      <dgm:spPr/>
    </dgm:pt>
  </dgm:ptLst>
  <dgm:cxnLst>
    <dgm:cxn modelId="{CA5B5923-2993-4548-9DC5-1FAA25551B6A}" type="presOf" srcId="{ABAC65E5-9A59-40A1-912D-BDB147D422E5}" destId="{B68DD062-9A66-4E03-9406-B3250A17385E}" srcOrd="0" destOrd="0" presId="urn:microsoft.com/office/officeart/2005/8/layout/vList2"/>
    <dgm:cxn modelId="{65F79B23-6B36-40CD-AB4A-96FB0D649564}" type="presOf" srcId="{B683FA94-36BD-4688-BE53-B18C67D26CB3}" destId="{433F9488-AB37-4169-B20F-7C4E13B36FB5}" srcOrd="0" destOrd="0" presId="urn:microsoft.com/office/officeart/2005/8/layout/vList2"/>
    <dgm:cxn modelId="{0A7A9A75-584A-4A19-9E85-F0AA2F081D08}" srcId="{547EB655-BC10-4765-A9A0-64CA82377331}" destId="{B683FA94-36BD-4688-BE53-B18C67D26CB3}" srcOrd="2" destOrd="0" parTransId="{1D319184-EFB7-4695-A7AD-3942DCC8BF9F}" sibTransId="{5145E86C-84CA-4C37-B942-13181D6B9664}"/>
    <dgm:cxn modelId="{06AB1B9B-6381-4719-88ED-27331704AF94}" srcId="{547EB655-BC10-4765-A9A0-64CA82377331}" destId="{ABAC65E5-9A59-40A1-912D-BDB147D422E5}" srcOrd="0" destOrd="0" parTransId="{A42E973E-1758-4822-8B0E-D46E590165A5}" sibTransId="{6F5E1EFC-ADF8-4387-B962-4DAE5A174A2D}"/>
    <dgm:cxn modelId="{94EA5FA2-A3F8-4E36-8F44-086E99571387}" type="presOf" srcId="{547EB655-BC10-4765-A9A0-64CA82377331}" destId="{DDF6AC56-6B0B-4019-A3C9-F9AD8101DD9F}" srcOrd="0" destOrd="0" presId="urn:microsoft.com/office/officeart/2005/8/layout/vList2"/>
    <dgm:cxn modelId="{D85623A3-ED9B-4629-A533-D5499279883C}" type="presOf" srcId="{7573ED0A-431D-4C44-9462-11E63BFCF236}" destId="{2AB479BB-6DEB-460E-8C9B-AFF303E11C8F}" srcOrd="0" destOrd="0" presId="urn:microsoft.com/office/officeart/2005/8/layout/vList2"/>
    <dgm:cxn modelId="{4B5391C9-F0B6-4C54-B60F-BB08A2A07900}" srcId="{547EB655-BC10-4765-A9A0-64CA82377331}" destId="{7573ED0A-431D-4C44-9462-11E63BFCF236}" srcOrd="1" destOrd="0" parTransId="{4BC19B08-3975-4446-BCD6-9E6FC5080FD8}" sibTransId="{F20F6562-5CD1-4287-A7D7-A1773D0B8D13}"/>
    <dgm:cxn modelId="{ACB45FF1-488E-4155-80D9-0EA1B28E5638}" type="presParOf" srcId="{DDF6AC56-6B0B-4019-A3C9-F9AD8101DD9F}" destId="{B68DD062-9A66-4E03-9406-B3250A17385E}" srcOrd="0" destOrd="0" presId="urn:microsoft.com/office/officeart/2005/8/layout/vList2"/>
    <dgm:cxn modelId="{322C4270-2FC0-4A6D-A94F-77C01B9D6445}" type="presParOf" srcId="{DDF6AC56-6B0B-4019-A3C9-F9AD8101DD9F}" destId="{EE1C8672-E9E8-4930-BDC1-1ED8A325EA83}" srcOrd="1" destOrd="0" presId="urn:microsoft.com/office/officeart/2005/8/layout/vList2"/>
    <dgm:cxn modelId="{68A9BD21-EC53-44FB-B545-B1F8A774B0D0}" type="presParOf" srcId="{DDF6AC56-6B0B-4019-A3C9-F9AD8101DD9F}" destId="{2AB479BB-6DEB-460E-8C9B-AFF303E11C8F}" srcOrd="2" destOrd="0" presId="urn:microsoft.com/office/officeart/2005/8/layout/vList2"/>
    <dgm:cxn modelId="{3DC8CDEB-3E65-463D-8242-FC37C717808A}" type="presParOf" srcId="{DDF6AC56-6B0B-4019-A3C9-F9AD8101DD9F}" destId="{39876DA8-304D-43D9-8EDF-13C8CFF54E7A}" srcOrd="3" destOrd="0" presId="urn:microsoft.com/office/officeart/2005/8/layout/vList2"/>
    <dgm:cxn modelId="{D3C8C4C7-CDD8-422A-BF20-9722C9EC24C7}" type="presParOf" srcId="{DDF6AC56-6B0B-4019-A3C9-F9AD8101DD9F}" destId="{433F9488-AB37-4169-B20F-7C4E13B36FB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CF98561-5CE4-4B3D-B950-AA904609CFD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96B3A217-7521-402F-BF93-7CA9EF3EB549}">
      <dgm:prSet>
        <dgm:style>
          <a:lnRef idx="2">
            <a:schemeClr val="accent1"/>
          </a:lnRef>
          <a:fillRef idx="1">
            <a:schemeClr val="lt1"/>
          </a:fillRef>
          <a:effectRef idx="0">
            <a:schemeClr val="accent1"/>
          </a:effectRef>
          <a:fontRef idx="minor">
            <a:schemeClr val="dk1"/>
          </a:fontRef>
        </dgm:style>
      </dgm:prSet>
      <dgm:spPr/>
      <dgm:t>
        <a:bodyPr/>
        <a:lstStyle/>
        <a:p>
          <a:r>
            <a:rPr lang="en-IN" dirty="0"/>
            <a:t>• </a:t>
          </a:r>
          <a:r>
            <a:rPr kumimoji="0" lang="en-US" altLang="en-US" i="0" u="none" strike="noStrike" cap="none" normalizeH="0" baseline="0" dirty="0">
              <a:ln>
                <a:noFill/>
              </a:ln>
              <a:solidFill>
                <a:schemeClr val="tx1"/>
              </a:solidFill>
              <a:effectLst/>
              <a:latin typeface="Arial" panose="020B0604020202020204" pitchFamily="34" charset="0"/>
            </a:rPr>
            <a:t>Calories burned are almost the same </a:t>
          </a:r>
          <a:r>
            <a:rPr kumimoji="0" lang="en-US" altLang="en-US" b="0" i="0" u="none" strike="noStrike" cap="none" normalizeH="0" baseline="0" dirty="0">
              <a:ln>
                <a:noFill/>
              </a:ln>
              <a:solidFill>
                <a:schemeClr val="tx1"/>
              </a:solidFill>
              <a:effectLst/>
              <a:latin typeface="Arial" panose="020B0604020202020204" pitchFamily="34" charset="0"/>
            </a:rPr>
            <a:t>for people who eat lunch and those who don’t</a:t>
          </a:r>
          <a:r>
            <a:rPr lang="en-IN" dirty="0"/>
            <a:t>.</a:t>
          </a:r>
        </a:p>
      </dgm:t>
    </dgm:pt>
    <dgm:pt modelId="{DD06DD76-A9C6-4DEB-BF50-FA63C12D4FB0}" type="parTrans" cxnId="{1AB2AB80-2931-4E23-BC66-4E9D7161C7F3}">
      <dgm:prSet/>
      <dgm:spPr/>
      <dgm:t>
        <a:bodyPr/>
        <a:lstStyle/>
        <a:p>
          <a:endParaRPr lang="en-IN"/>
        </a:p>
      </dgm:t>
    </dgm:pt>
    <dgm:pt modelId="{990AEB52-583E-4B6D-9B52-7ED69DAB2E2C}" type="sibTrans" cxnId="{1AB2AB80-2931-4E23-BC66-4E9D7161C7F3}">
      <dgm:prSet/>
      <dgm:spPr/>
      <dgm:t>
        <a:bodyPr/>
        <a:lstStyle/>
        <a:p>
          <a:endParaRPr lang="en-IN"/>
        </a:p>
      </dgm:t>
    </dgm:pt>
    <dgm:pt modelId="{60D56950-C1A9-4255-B434-F9ABD9D815D9}">
      <dgm:prSet>
        <dgm:style>
          <a:lnRef idx="2">
            <a:schemeClr val="accent1"/>
          </a:lnRef>
          <a:fillRef idx="1">
            <a:schemeClr val="lt1"/>
          </a:fillRef>
          <a:effectRef idx="0">
            <a:schemeClr val="accent1"/>
          </a:effectRef>
          <a:fontRef idx="minor">
            <a:schemeClr val="dk1"/>
          </a:fontRef>
        </dgm:style>
      </dgm:prSet>
      <dgm:spPr/>
      <dgm:t>
        <a:bodyPr/>
        <a:lstStyle/>
        <a:p>
          <a:r>
            <a:rPr lang="en-IN" dirty="0"/>
            <a:t>•</a:t>
          </a:r>
          <a:r>
            <a:rPr lang="en-US" dirty="0"/>
            <a:t> </a:t>
          </a:r>
          <a:r>
            <a:rPr kumimoji="0" lang="en-US" altLang="en-US" i="0" u="none" strike="noStrike" cap="none" normalizeH="0" baseline="0" dirty="0">
              <a:ln>
                <a:noFill/>
              </a:ln>
              <a:solidFill>
                <a:schemeClr val="tx1"/>
              </a:solidFill>
              <a:effectLst/>
              <a:latin typeface="Arial" panose="020B0604020202020204" pitchFamily="34" charset="0"/>
            </a:rPr>
            <a:t>No major difference</a:t>
          </a:r>
          <a:r>
            <a:rPr kumimoji="0" lang="en-US" altLang="en-US" b="0" i="0" u="none" strike="noStrike" cap="none" normalizeH="0" baseline="0" dirty="0">
              <a:ln>
                <a:noFill/>
              </a:ln>
              <a:solidFill>
                <a:schemeClr val="tx1"/>
              </a:solidFill>
              <a:effectLst/>
              <a:latin typeface="Arial" panose="020B0604020202020204" pitchFamily="34" charset="0"/>
            </a:rPr>
            <a:t> in workout performance based on having lunch</a:t>
          </a:r>
          <a:r>
            <a:rPr lang="en-IN" dirty="0"/>
            <a:t>.</a:t>
          </a:r>
        </a:p>
      </dgm:t>
    </dgm:pt>
    <dgm:pt modelId="{0AAFD8A5-2A9B-4D61-92ED-A74252E5BB88}" type="parTrans" cxnId="{965EAC09-55F3-4885-9653-970D5A14E4FB}">
      <dgm:prSet/>
      <dgm:spPr/>
      <dgm:t>
        <a:bodyPr/>
        <a:lstStyle/>
        <a:p>
          <a:endParaRPr lang="en-IN"/>
        </a:p>
      </dgm:t>
    </dgm:pt>
    <dgm:pt modelId="{1900AB47-2F81-47FA-A27F-DE45EC0C1BA6}" type="sibTrans" cxnId="{965EAC09-55F3-4885-9653-970D5A14E4FB}">
      <dgm:prSet/>
      <dgm:spPr/>
      <dgm:t>
        <a:bodyPr/>
        <a:lstStyle/>
        <a:p>
          <a:endParaRPr lang="en-IN"/>
        </a:p>
      </dgm:t>
    </dgm:pt>
    <dgm:pt modelId="{3F962374-DC21-4B44-8DD6-64D5BDD36544}">
      <dgm:prSet>
        <dgm:style>
          <a:lnRef idx="2">
            <a:schemeClr val="accent1"/>
          </a:lnRef>
          <a:fillRef idx="1">
            <a:schemeClr val="lt1"/>
          </a:fillRef>
          <a:effectRef idx="0">
            <a:schemeClr val="accent1"/>
          </a:effectRef>
          <a:fontRef idx="minor">
            <a:schemeClr val="dk1"/>
          </a:fontRef>
        </dgm:style>
      </dgm:prSet>
      <dgm:spPr/>
      <dgm:t>
        <a:bodyPr/>
        <a:lstStyle/>
        <a:p>
          <a:r>
            <a:rPr lang="en-IN" dirty="0"/>
            <a:t>• </a:t>
          </a:r>
          <a:r>
            <a:rPr kumimoji="0" lang="en-US" altLang="en-US" b="0" i="0" u="none" strike="noStrike" cap="none" normalizeH="0" baseline="0" dirty="0">
              <a:ln>
                <a:noFill/>
              </a:ln>
              <a:solidFill>
                <a:schemeClr val="tx1"/>
              </a:solidFill>
              <a:effectLst/>
              <a:latin typeface="Arial" panose="020B0604020202020204" pitchFamily="34" charset="0"/>
            </a:rPr>
            <a:t>Suggests that </a:t>
          </a:r>
          <a:r>
            <a:rPr kumimoji="0" lang="en-US" altLang="en-US" i="0" u="none" strike="noStrike" cap="none" normalizeH="0" baseline="0" dirty="0">
              <a:ln>
                <a:noFill/>
              </a:ln>
              <a:solidFill>
                <a:schemeClr val="tx1"/>
              </a:solidFill>
              <a:effectLst/>
              <a:latin typeface="Arial" panose="020B0604020202020204" pitchFamily="34" charset="0"/>
            </a:rPr>
            <a:t>meal timing (lunch) </a:t>
          </a:r>
          <a:r>
            <a:rPr kumimoji="0" lang="en-US" altLang="en-US" b="0" i="0" u="none" strike="noStrike" cap="none" normalizeH="0" baseline="0" dirty="0">
              <a:ln>
                <a:noFill/>
              </a:ln>
              <a:solidFill>
                <a:schemeClr val="tx1"/>
              </a:solidFill>
              <a:effectLst/>
              <a:latin typeface="Arial" panose="020B0604020202020204" pitchFamily="34" charset="0"/>
            </a:rPr>
            <a:t>doesn’t strongly affect calories burned</a:t>
          </a:r>
          <a:r>
            <a:rPr lang="en-IN" dirty="0"/>
            <a:t>.</a:t>
          </a:r>
        </a:p>
      </dgm:t>
    </dgm:pt>
    <dgm:pt modelId="{09F2EAFD-44DA-48C8-AF8D-55ABDFC762A4}" type="parTrans" cxnId="{D96CBF8D-1055-4D9B-82B1-C607AC61A48C}">
      <dgm:prSet/>
      <dgm:spPr/>
      <dgm:t>
        <a:bodyPr/>
        <a:lstStyle/>
        <a:p>
          <a:endParaRPr lang="en-IN"/>
        </a:p>
      </dgm:t>
    </dgm:pt>
    <dgm:pt modelId="{70F7177D-2503-44B0-B4B0-F3520FA0CFDD}" type="sibTrans" cxnId="{D96CBF8D-1055-4D9B-82B1-C607AC61A48C}">
      <dgm:prSet/>
      <dgm:spPr/>
      <dgm:t>
        <a:bodyPr/>
        <a:lstStyle/>
        <a:p>
          <a:endParaRPr lang="en-IN"/>
        </a:p>
      </dgm:t>
    </dgm:pt>
    <dgm:pt modelId="{0C059200-4457-43EB-A57C-24AB9279AC69}" type="pres">
      <dgm:prSet presAssocID="{CCF98561-5CE4-4B3D-B950-AA904609CFDF}" presName="linear" presStyleCnt="0">
        <dgm:presLayoutVars>
          <dgm:animLvl val="lvl"/>
          <dgm:resizeHandles val="exact"/>
        </dgm:presLayoutVars>
      </dgm:prSet>
      <dgm:spPr/>
    </dgm:pt>
    <dgm:pt modelId="{9CACDFCA-F94A-4350-9F93-8ED5FE73609B}" type="pres">
      <dgm:prSet presAssocID="{96B3A217-7521-402F-BF93-7CA9EF3EB549}" presName="parentText" presStyleLbl="node1" presStyleIdx="0" presStyleCnt="3" custLinFactY="2633" custLinFactNeighborY="100000">
        <dgm:presLayoutVars>
          <dgm:chMax val="0"/>
          <dgm:bulletEnabled val="1"/>
        </dgm:presLayoutVars>
      </dgm:prSet>
      <dgm:spPr/>
    </dgm:pt>
    <dgm:pt modelId="{3D527152-BAA0-49E3-A92F-2F66B887F3B0}" type="pres">
      <dgm:prSet presAssocID="{990AEB52-583E-4B6D-9B52-7ED69DAB2E2C}" presName="spacer" presStyleCnt="0"/>
      <dgm:spPr/>
    </dgm:pt>
    <dgm:pt modelId="{5E5A1A08-0408-4E2A-93AD-CA3EDFF737F3}" type="pres">
      <dgm:prSet presAssocID="{60D56950-C1A9-4255-B434-F9ABD9D815D9}" presName="parentText" presStyleLbl="node1" presStyleIdx="1" presStyleCnt="3" custLinFactNeighborY="48770">
        <dgm:presLayoutVars>
          <dgm:chMax val="0"/>
          <dgm:bulletEnabled val="1"/>
        </dgm:presLayoutVars>
      </dgm:prSet>
      <dgm:spPr/>
    </dgm:pt>
    <dgm:pt modelId="{425F19DD-7445-4ABC-B571-734AD213BCAC}" type="pres">
      <dgm:prSet presAssocID="{1900AB47-2F81-47FA-A27F-DE45EC0C1BA6}" presName="spacer" presStyleCnt="0"/>
      <dgm:spPr/>
    </dgm:pt>
    <dgm:pt modelId="{A7AEF481-EFAC-4A80-8D05-B0CD7D414C92}" type="pres">
      <dgm:prSet presAssocID="{3F962374-DC21-4B44-8DD6-64D5BDD36544}" presName="parentText" presStyleLbl="node1" presStyleIdx="2" presStyleCnt="3">
        <dgm:presLayoutVars>
          <dgm:chMax val="0"/>
          <dgm:bulletEnabled val="1"/>
        </dgm:presLayoutVars>
      </dgm:prSet>
      <dgm:spPr/>
    </dgm:pt>
  </dgm:ptLst>
  <dgm:cxnLst>
    <dgm:cxn modelId="{0235C607-B88A-4944-A847-D0FB529C8F23}" type="presOf" srcId="{3F962374-DC21-4B44-8DD6-64D5BDD36544}" destId="{A7AEF481-EFAC-4A80-8D05-B0CD7D414C92}" srcOrd="0" destOrd="0" presId="urn:microsoft.com/office/officeart/2005/8/layout/vList2"/>
    <dgm:cxn modelId="{965EAC09-55F3-4885-9653-970D5A14E4FB}" srcId="{CCF98561-5CE4-4B3D-B950-AA904609CFDF}" destId="{60D56950-C1A9-4255-B434-F9ABD9D815D9}" srcOrd="1" destOrd="0" parTransId="{0AAFD8A5-2A9B-4D61-92ED-A74252E5BB88}" sibTransId="{1900AB47-2F81-47FA-A27F-DE45EC0C1BA6}"/>
    <dgm:cxn modelId="{B33FA723-0FE7-47F2-B0FE-8E711A3AD5C2}" type="presOf" srcId="{CCF98561-5CE4-4B3D-B950-AA904609CFDF}" destId="{0C059200-4457-43EB-A57C-24AB9279AC69}" srcOrd="0" destOrd="0" presId="urn:microsoft.com/office/officeart/2005/8/layout/vList2"/>
    <dgm:cxn modelId="{81E22535-8CE4-414B-AD51-C0DCA92BFB27}" type="presOf" srcId="{60D56950-C1A9-4255-B434-F9ABD9D815D9}" destId="{5E5A1A08-0408-4E2A-93AD-CA3EDFF737F3}" srcOrd="0" destOrd="0" presId="urn:microsoft.com/office/officeart/2005/8/layout/vList2"/>
    <dgm:cxn modelId="{1AB2AB80-2931-4E23-BC66-4E9D7161C7F3}" srcId="{CCF98561-5CE4-4B3D-B950-AA904609CFDF}" destId="{96B3A217-7521-402F-BF93-7CA9EF3EB549}" srcOrd="0" destOrd="0" parTransId="{DD06DD76-A9C6-4DEB-BF50-FA63C12D4FB0}" sibTransId="{990AEB52-583E-4B6D-9B52-7ED69DAB2E2C}"/>
    <dgm:cxn modelId="{D96CBF8D-1055-4D9B-82B1-C607AC61A48C}" srcId="{CCF98561-5CE4-4B3D-B950-AA904609CFDF}" destId="{3F962374-DC21-4B44-8DD6-64D5BDD36544}" srcOrd="2" destOrd="0" parTransId="{09F2EAFD-44DA-48C8-AF8D-55ABDFC762A4}" sibTransId="{70F7177D-2503-44B0-B4B0-F3520FA0CFDD}"/>
    <dgm:cxn modelId="{C66BC3F1-29A3-415D-80B0-51B48ADA4A62}" type="presOf" srcId="{96B3A217-7521-402F-BF93-7CA9EF3EB549}" destId="{9CACDFCA-F94A-4350-9F93-8ED5FE73609B}" srcOrd="0" destOrd="0" presId="urn:microsoft.com/office/officeart/2005/8/layout/vList2"/>
    <dgm:cxn modelId="{6A975FFC-09F7-48BB-8588-64947F9AF3AF}" type="presParOf" srcId="{0C059200-4457-43EB-A57C-24AB9279AC69}" destId="{9CACDFCA-F94A-4350-9F93-8ED5FE73609B}" srcOrd="0" destOrd="0" presId="urn:microsoft.com/office/officeart/2005/8/layout/vList2"/>
    <dgm:cxn modelId="{E7D6C725-A5F3-4780-9261-B73466AAF063}" type="presParOf" srcId="{0C059200-4457-43EB-A57C-24AB9279AC69}" destId="{3D527152-BAA0-49E3-A92F-2F66B887F3B0}" srcOrd="1" destOrd="0" presId="urn:microsoft.com/office/officeart/2005/8/layout/vList2"/>
    <dgm:cxn modelId="{BC73862B-8B5E-43BC-BEE7-8DFAB9B2AEF9}" type="presParOf" srcId="{0C059200-4457-43EB-A57C-24AB9279AC69}" destId="{5E5A1A08-0408-4E2A-93AD-CA3EDFF737F3}" srcOrd="2" destOrd="0" presId="urn:microsoft.com/office/officeart/2005/8/layout/vList2"/>
    <dgm:cxn modelId="{B79AB34B-FC9E-4776-9E43-9D6F10370215}" type="presParOf" srcId="{0C059200-4457-43EB-A57C-24AB9279AC69}" destId="{425F19DD-7445-4ABC-B571-734AD213BCAC}" srcOrd="3" destOrd="0" presId="urn:microsoft.com/office/officeart/2005/8/layout/vList2"/>
    <dgm:cxn modelId="{5097D059-6E78-4E24-9289-9A3D3301577E}" type="presParOf" srcId="{0C059200-4457-43EB-A57C-24AB9279AC69}" destId="{A7AEF481-EFAC-4A80-8D05-B0CD7D414C9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744B89D-ED39-4D9C-AA6F-3C7D03F0ED3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0B08298C-645B-48E1-A1AB-A2182CC806AD}">
      <dgm:prSet>
        <dgm:style>
          <a:lnRef idx="2">
            <a:schemeClr val="accent4"/>
          </a:lnRef>
          <a:fillRef idx="1">
            <a:schemeClr val="lt1"/>
          </a:fillRef>
          <a:effectRef idx="0">
            <a:schemeClr val="accent4"/>
          </a:effectRef>
          <a:fontRef idx="minor">
            <a:schemeClr val="dk1"/>
          </a:fontRef>
        </dgm:style>
      </dgm:prSet>
      <dgm:spPr/>
      <dgm:t>
        <a:bodyPr/>
        <a:lstStyle/>
        <a:p>
          <a:r>
            <a:rPr lang="en-IN" dirty="0"/>
            <a:t>• </a:t>
          </a:r>
          <a:r>
            <a:rPr kumimoji="0" lang="en-US" altLang="en-US" b="0" i="0" u="none" strike="noStrike" cap="none" normalizeH="0" baseline="0" dirty="0">
              <a:ln>
                <a:noFill/>
              </a:ln>
              <a:solidFill>
                <a:schemeClr val="tx1"/>
              </a:solidFill>
              <a:effectLst/>
              <a:latin typeface="Arial" panose="020B0604020202020204" pitchFamily="34" charset="0"/>
            </a:rPr>
            <a:t>The </a:t>
          </a:r>
          <a:r>
            <a:rPr kumimoji="0" lang="en-US" altLang="en-US" i="0" u="none" strike="noStrike" cap="none" normalizeH="0" baseline="0" dirty="0">
              <a:ln>
                <a:noFill/>
              </a:ln>
              <a:solidFill>
                <a:schemeClr val="tx1"/>
              </a:solidFill>
              <a:effectLst/>
              <a:latin typeface="Arial" panose="020B0604020202020204" pitchFamily="34" charset="0"/>
            </a:rPr>
            <a:t>average fat percentage fluctuates </a:t>
          </a:r>
          <a:r>
            <a:rPr kumimoji="0" lang="en-US" altLang="en-US" b="0" i="0" u="none" strike="noStrike" cap="none" normalizeH="0" baseline="0" dirty="0">
              <a:ln>
                <a:noFill/>
              </a:ln>
              <a:solidFill>
                <a:schemeClr val="tx1"/>
              </a:solidFill>
              <a:effectLst/>
              <a:latin typeface="Arial" panose="020B0604020202020204" pitchFamily="34" charset="0"/>
            </a:rPr>
            <a:t>across different ages without a clear trend</a:t>
          </a:r>
          <a:r>
            <a:rPr lang="en-IN" dirty="0"/>
            <a:t>.</a:t>
          </a:r>
        </a:p>
      </dgm:t>
    </dgm:pt>
    <dgm:pt modelId="{080C5A71-1C27-41C6-88CD-FF14EB438036}" type="parTrans" cxnId="{C7BEA7AF-5365-4E76-AA0A-B26913FD1357}">
      <dgm:prSet/>
      <dgm:spPr/>
      <dgm:t>
        <a:bodyPr/>
        <a:lstStyle/>
        <a:p>
          <a:endParaRPr lang="en-IN"/>
        </a:p>
      </dgm:t>
    </dgm:pt>
    <dgm:pt modelId="{40E74C90-DCC0-497F-A4CA-BAEC73F3D973}" type="sibTrans" cxnId="{C7BEA7AF-5365-4E76-AA0A-B26913FD1357}">
      <dgm:prSet/>
      <dgm:spPr/>
      <dgm:t>
        <a:bodyPr/>
        <a:lstStyle/>
        <a:p>
          <a:endParaRPr lang="en-IN"/>
        </a:p>
      </dgm:t>
    </dgm:pt>
    <dgm:pt modelId="{ED832929-AD73-48F8-9FC8-F0A58755A9D3}">
      <dgm:prSet>
        <dgm:style>
          <a:lnRef idx="2">
            <a:schemeClr val="accent4"/>
          </a:lnRef>
          <a:fillRef idx="1">
            <a:schemeClr val="lt1"/>
          </a:fillRef>
          <a:effectRef idx="0">
            <a:schemeClr val="accent4"/>
          </a:effectRef>
          <a:fontRef idx="minor">
            <a:schemeClr val="dk1"/>
          </a:fontRef>
        </dgm:style>
      </dgm:prSet>
      <dgm:spPr/>
      <dgm:t>
        <a:bodyPr/>
        <a:lstStyle/>
        <a:p>
          <a:r>
            <a:rPr lang="en-IN" dirty="0"/>
            <a:t>• </a:t>
          </a:r>
          <a:r>
            <a:rPr kumimoji="0" lang="en-US" altLang="en-US" b="0" i="0" u="none" strike="noStrike" cap="none" normalizeH="0" baseline="0" dirty="0">
              <a:ln>
                <a:noFill/>
              </a:ln>
              <a:solidFill>
                <a:schemeClr val="tx1"/>
              </a:solidFill>
              <a:effectLst/>
              <a:latin typeface="Arial" panose="020B0604020202020204" pitchFamily="34" charset="0"/>
            </a:rPr>
            <a:t>Slight </a:t>
          </a:r>
          <a:r>
            <a:rPr kumimoji="0" lang="en-US" altLang="en-US" i="0" u="none" strike="noStrike" cap="none" normalizeH="0" baseline="0" dirty="0">
              <a:ln>
                <a:noFill/>
              </a:ln>
              <a:solidFill>
                <a:schemeClr val="tx1"/>
              </a:solidFill>
              <a:effectLst/>
              <a:latin typeface="Arial" panose="020B0604020202020204" pitchFamily="34" charset="0"/>
            </a:rPr>
            <a:t>increase in fat percentage is seen around older ages (50–60)</a:t>
          </a:r>
          <a:r>
            <a:rPr lang="en-IN" dirty="0"/>
            <a:t>.</a:t>
          </a:r>
        </a:p>
      </dgm:t>
    </dgm:pt>
    <dgm:pt modelId="{9EEACC58-C58D-4920-A612-F0CE8EEB5012}" type="parTrans" cxnId="{4DA5E230-2DCB-442F-B832-93F12273E3AC}">
      <dgm:prSet/>
      <dgm:spPr/>
      <dgm:t>
        <a:bodyPr/>
        <a:lstStyle/>
        <a:p>
          <a:endParaRPr lang="en-IN"/>
        </a:p>
      </dgm:t>
    </dgm:pt>
    <dgm:pt modelId="{D6F1804B-38E7-4888-8A42-134CE2DB85D0}" type="sibTrans" cxnId="{4DA5E230-2DCB-442F-B832-93F12273E3AC}">
      <dgm:prSet/>
      <dgm:spPr/>
      <dgm:t>
        <a:bodyPr/>
        <a:lstStyle/>
        <a:p>
          <a:endParaRPr lang="en-IN"/>
        </a:p>
      </dgm:t>
    </dgm:pt>
    <dgm:pt modelId="{50219522-9289-4206-9AC7-248E84ACF7E5}">
      <dgm:prSet>
        <dgm:style>
          <a:lnRef idx="2">
            <a:schemeClr val="accent4"/>
          </a:lnRef>
          <a:fillRef idx="1">
            <a:schemeClr val="lt1"/>
          </a:fillRef>
          <a:effectRef idx="0">
            <a:schemeClr val="accent4"/>
          </a:effectRef>
          <a:fontRef idx="minor">
            <a:schemeClr val="dk1"/>
          </a:fontRef>
        </dgm:style>
      </dgm:prSet>
      <dgm:spPr/>
      <dgm:t>
        <a:bodyPr/>
        <a:lstStyle/>
        <a:p>
          <a:r>
            <a:rPr lang="en-IN" dirty="0"/>
            <a:t>• </a:t>
          </a:r>
          <a:r>
            <a:rPr kumimoji="0" lang="en-US" altLang="en-US" b="0" i="0" u="none" strike="noStrike" cap="none" normalizeH="0" baseline="0" dirty="0">
              <a:ln>
                <a:noFill/>
              </a:ln>
              <a:solidFill>
                <a:schemeClr val="tx1"/>
              </a:solidFill>
              <a:effectLst/>
              <a:latin typeface="Arial" panose="020B0604020202020204" pitchFamily="34" charset="0"/>
            </a:rPr>
            <a:t>Indicates that </a:t>
          </a:r>
          <a:r>
            <a:rPr kumimoji="0" lang="en-US" altLang="en-US" i="0" u="none" strike="noStrike" cap="none" normalizeH="0" baseline="0" dirty="0">
              <a:ln>
                <a:noFill/>
              </a:ln>
              <a:solidFill>
                <a:schemeClr val="tx1"/>
              </a:solidFill>
              <a:effectLst/>
              <a:latin typeface="Arial" panose="020B0604020202020204" pitchFamily="34" charset="0"/>
            </a:rPr>
            <a:t>fat levels vary individually </a:t>
          </a:r>
          <a:r>
            <a:rPr kumimoji="0" lang="en-US" altLang="en-US" b="0" i="0" u="none" strike="noStrike" cap="none" normalizeH="0" baseline="0" dirty="0">
              <a:ln>
                <a:noFill/>
              </a:ln>
              <a:solidFill>
                <a:schemeClr val="tx1"/>
              </a:solidFill>
              <a:effectLst/>
              <a:latin typeface="Arial" panose="020B0604020202020204" pitchFamily="34" charset="0"/>
            </a:rPr>
            <a:t>rather than consistently with age</a:t>
          </a:r>
          <a:r>
            <a:rPr lang="en-IN" dirty="0"/>
            <a:t>.</a:t>
          </a:r>
        </a:p>
      </dgm:t>
    </dgm:pt>
    <dgm:pt modelId="{670C61E9-D307-414A-A97F-002D9459713D}" type="parTrans" cxnId="{2F78B631-F6B8-4929-86B6-971F07901B00}">
      <dgm:prSet/>
      <dgm:spPr/>
      <dgm:t>
        <a:bodyPr/>
        <a:lstStyle/>
        <a:p>
          <a:endParaRPr lang="en-IN"/>
        </a:p>
      </dgm:t>
    </dgm:pt>
    <dgm:pt modelId="{9C4FF2E5-DADB-404B-8D50-F80C5C709E8A}" type="sibTrans" cxnId="{2F78B631-F6B8-4929-86B6-971F07901B00}">
      <dgm:prSet/>
      <dgm:spPr/>
      <dgm:t>
        <a:bodyPr/>
        <a:lstStyle/>
        <a:p>
          <a:endParaRPr lang="en-IN"/>
        </a:p>
      </dgm:t>
    </dgm:pt>
    <dgm:pt modelId="{030D936B-1425-472F-B143-F68683293C3F}" type="pres">
      <dgm:prSet presAssocID="{D744B89D-ED39-4D9C-AA6F-3C7D03F0ED3E}" presName="linear" presStyleCnt="0">
        <dgm:presLayoutVars>
          <dgm:animLvl val="lvl"/>
          <dgm:resizeHandles val="exact"/>
        </dgm:presLayoutVars>
      </dgm:prSet>
      <dgm:spPr/>
    </dgm:pt>
    <dgm:pt modelId="{8A4D3035-F1E6-48E9-AE44-7660B3D849B5}" type="pres">
      <dgm:prSet presAssocID="{0B08298C-645B-48E1-A1AB-A2182CC806AD}" presName="parentText" presStyleLbl="node1" presStyleIdx="0" presStyleCnt="3">
        <dgm:presLayoutVars>
          <dgm:chMax val="0"/>
          <dgm:bulletEnabled val="1"/>
        </dgm:presLayoutVars>
      </dgm:prSet>
      <dgm:spPr/>
    </dgm:pt>
    <dgm:pt modelId="{6E8DB82E-A308-4FF0-91CA-BCF36086240E}" type="pres">
      <dgm:prSet presAssocID="{40E74C90-DCC0-497F-A4CA-BAEC73F3D973}" presName="spacer" presStyleCnt="0"/>
      <dgm:spPr/>
    </dgm:pt>
    <dgm:pt modelId="{CF94DB48-2339-4F10-9279-2EA202EAB511}" type="pres">
      <dgm:prSet presAssocID="{ED832929-AD73-48F8-9FC8-F0A58755A9D3}" presName="parentText" presStyleLbl="node1" presStyleIdx="1" presStyleCnt="3">
        <dgm:presLayoutVars>
          <dgm:chMax val="0"/>
          <dgm:bulletEnabled val="1"/>
        </dgm:presLayoutVars>
      </dgm:prSet>
      <dgm:spPr/>
    </dgm:pt>
    <dgm:pt modelId="{43103950-121F-40F2-980C-E150949BBEB0}" type="pres">
      <dgm:prSet presAssocID="{D6F1804B-38E7-4888-8A42-134CE2DB85D0}" presName="spacer" presStyleCnt="0"/>
      <dgm:spPr/>
    </dgm:pt>
    <dgm:pt modelId="{19377B3A-AAB3-4600-A82A-2CBDEB2F3AA4}" type="pres">
      <dgm:prSet presAssocID="{50219522-9289-4206-9AC7-248E84ACF7E5}" presName="parentText" presStyleLbl="node1" presStyleIdx="2" presStyleCnt="3">
        <dgm:presLayoutVars>
          <dgm:chMax val="0"/>
          <dgm:bulletEnabled val="1"/>
        </dgm:presLayoutVars>
      </dgm:prSet>
      <dgm:spPr/>
    </dgm:pt>
  </dgm:ptLst>
  <dgm:cxnLst>
    <dgm:cxn modelId="{D67AA51B-FB44-4E75-9F75-57FF606F1D93}" type="presOf" srcId="{50219522-9289-4206-9AC7-248E84ACF7E5}" destId="{19377B3A-AAB3-4600-A82A-2CBDEB2F3AA4}" srcOrd="0" destOrd="0" presId="urn:microsoft.com/office/officeart/2005/8/layout/vList2"/>
    <dgm:cxn modelId="{4DA5E230-2DCB-442F-B832-93F12273E3AC}" srcId="{D744B89D-ED39-4D9C-AA6F-3C7D03F0ED3E}" destId="{ED832929-AD73-48F8-9FC8-F0A58755A9D3}" srcOrd="1" destOrd="0" parTransId="{9EEACC58-C58D-4920-A612-F0CE8EEB5012}" sibTransId="{D6F1804B-38E7-4888-8A42-134CE2DB85D0}"/>
    <dgm:cxn modelId="{2F78B631-F6B8-4929-86B6-971F07901B00}" srcId="{D744B89D-ED39-4D9C-AA6F-3C7D03F0ED3E}" destId="{50219522-9289-4206-9AC7-248E84ACF7E5}" srcOrd="2" destOrd="0" parTransId="{670C61E9-D307-414A-A97F-002D9459713D}" sibTransId="{9C4FF2E5-DADB-404B-8D50-F80C5C709E8A}"/>
    <dgm:cxn modelId="{CE69DE47-01AD-45D3-9161-32D5CCF8C3C7}" type="presOf" srcId="{0B08298C-645B-48E1-A1AB-A2182CC806AD}" destId="{8A4D3035-F1E6-48E9-AE44-7660B3D849B5}" srcOrd="0" destOrd="0" presId="urn:microsoft.com/office/officeart/2005/8/layout/vList2"/>
    <dgm:cxn modelId="{F2627C8B-9EF6-4C3E-93A4-4BA7FE33AEB8}" type="presOf" srcId="{D744B89D-ED39-4D9C-AA6F-3C7D03F0ED3E}" destId="{030D936B-1425-472F-B143-F68683293C3F}" srcOrd="0" destOrd="0" presId="urn:microsoft.com/office/officeart/2005/8/layout/vList2"/>
    <dgm:cxn modelId="{579295A9-3297-4316-83DF-66BE8D33B4BC}" type="presOf" srcId="{ED832929-AD73-48F8-9FC8-F0A58755A9D3}" destId="{CF94DB48-2339-4F10-9279-2EA202EAB511}" srcOrd="0" destOrd="0" presId="urn:microsoft.com/office/officeart/2005/8/layout/vList2"/>
    <dgm:cxn modelId="{C7BEA7AF-5365-4E76-AA0A-B26913FD1357}" srcId="{D744B89D-ED39-4D9C-AA6F-3C7D03F0ED3E}" destId="{0B08298C-645B-48E1-A1AB-A2182CC806AD}" srcOrd="0" destOrd="0" parTransId="{080C5A71-1C27-41C6-88CD-FF14EB438036}" sibTransId="{40E74C90-DCC0-497F-A4CA-BAEC73F3D973}"/>
    <dgm:cxn modelId="{B608B06E-59CF-4E9C-8F6D-805472DD3A0C}" type="presParOf" srcId="{030D936B-1425-472F-B143-F68683293C3F}" destId="{8A4D3035-F1E6-48E9-AE44-7660B3D849B5}" srcOrd="0" destOrd="0" presId="urn:microsoft.com/office/officeart/2005/8/layout/vList2"/>
    <dgm:cxn modelId="{8C171B3A-F4EC-4DEE-B11E-A0B0F9B91A3A}" type="presParOf" srcId="{030D936B-1425-472F-B143-F68683293C3F}" destId="{6E8DB82E-A308-4FF0-91CA-BCF36086240E}" srcOrd="1" destOrd="0" presId="urn:microsoft.com/office/officeart/2005/8/layout/vList2"/>
    <dgm:cxn modelId="{781A008E-13A8-4EC1-9566-6D83EAA1352D}" type="presParOf" srcId="{030D936B-1425-472F-B143-F68683293C3F}" destId="{CF94DB48-2339-4F10-9279-2EA202EAB511}" srcOrd="2" destOrd="0" presId="urn:microsoft.com/office/officeart/2005/8/layout/vList2"/>
    <dgm:cxn modelId="{7D407F77-CF9F-43DD-850E-98D862E39005}" type="presParOf" srcId="{030D936B-1425-472F-B143-F68683293C3F}" destId="{43103950-121F-40F2-980C-E150949BBEB0}" srcOrd="3" destOrd="0" presId="urn:microsoft.com/office/officeart/2005/8/layout/vList2"/>
    <dgm:cxn modelId="{F7B3B76C-C5C2-4724-81D2-F0432475B369}" type="presParOf" srcId="{030D936B-1425-472F-B143-F68683293C3F}" destId="{19377B3A-AAB3-4600-A82A-2CBDEB2F3AA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8DCC673-E1E0-4989-9D5C-95E9AEF0401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58261D4A-27DE-4B3F-81B1-C85F06FA88B7}">
      <dgm:prSet>
        <dgm:style>
          <a:lnRef idx="2">
            <a:schemeClr val="accent2"/>
          </a:lnRef>
          <a:fillRef idx="1">
            <a:schemeClr val="lt1"/>
          </a:fillRef>
          <a:effectRef idx="0">
            <a:schemeClr val="accent2"/>
          </a:effectRef>
          <a:fontRef idx="minor">
            <a:schemeClr val="dk1"/>
          </a:fontRef>
        </dgm:style>
      </dgm:prSet>
      <dgm:spPr>
        <a:ln>
          <a:solidFill>
            <a:srgbClr val="00B050"/>
          </a:solidFill>
        </a:ln>
      </dgm:spPr>
      <dgm:t>
        <a:bodyPr/>
        <a:lstStyle/>
        <a:p>
          <a:r>
            <a:rPr lang="en-IN" dirty="0"/>
            <a:t>• </a:t>
          </a:r>
          <a:r>
            <a:rPr kumimoji="0" lang="en-US" altLang="en-US" b="0" i="0" u="none" strike="noStrike" cap="none" normalizeH="0" baseline="0" dirty="0">
              <a:ln>
                <a:noFill/>
              </a:ln>
              <a:solidFill>
                <a:schemeClr val="tx1"/>
              </a:solidFill>
              <a:effectLst/>
              <a:latin typeface="Arial" panose="020B0604020202020204" pitchFamily="34" charset="0"/>
            </a:rPr>
            <a:t>Calorie intake </a:t>
          </a:r>
          <a:r>
            <a:rPr kumimoji="0" lang="en-US" altLang="en-US" i="0" u="none" strike="noStrike" cap="none" normalizeH="0" baseline="0" dirty="0">
              <a:ln>
                <a:noFill/>
              </a:ln>
              <a:solidFill>
                <a:schemeClr val="tx1"/>
              </a:solidFill>
              <a:effectLst/>
              <a:latin typeface="Arial" panose="020B0604020202020204" pitchFamily="34" charset="0"/>
            </a:rPr>
            <a:t>increases with age</a:t>
          </a:r>
          <a:r>
            <a:rPr kumimoji="0" lang="en-US" altLang="en-US" b="0" i="0" u="none" strike="noStrike" cap="none" normalizeH="0" baseline="0" dirty="0">
              <a:ln>
                <a:noFill/>
              </a:ln>
              <a:solidFill>
                <a:schemeClr val="tx1"/>
              </a:solidFill>
              <a:effectLst/>
              <a:latin typeface="Arial" panose="020B0604020202020204" pitchFamily="34" charset="0"/>
            </a:rPr>
            <a:t>, peaking between </a:t>
          </a:r>
          <a:r>
            <a:rPr kumimoji="0" lang="en-US" altLang="en-US" i="0" u="none" strike="noStrike" cap="none" normalizeH="0" baseline="0" dirty="0">
              <a:ln>
                <a:noFill/>
              </a:ln>
              <a:solidFill>
                <a:schemeClr val="tx1"/>
              </a:solidFill>
              <a:effectLst/>
              <a:latin typeface="Arial" panose="020B0604020202020204" pitchFamily="34" charset="0"/>
            </a:rPr>
            <a:t>41–60 years</a:t>
          </a:r>
          <a:r>
            <a:rPr lang="en-IN" dirty="0"/>
            <a:t>.</a:t>
          </a:r>
        </a:p>
      </dgm:t>
    </dgm:pt>
    <dgm:pt modelId="{71A615DC-A2E3-4956-8F9B-A377E1E0F945}" type="parTrans" cxnId="{9B5DF385-C165-4CBB-B59B-80456F4C3E2E}">
      <dgm:prSet/>
      <dgm:spPr/>
      <dgm:t>
        <a:bodyPr/>
        <a:lstStyle/>
        <a:p>
          <a:endParaRPr lang="en-IN"/>
        </a:p>
      </dgm:t>
    </dgm:pt>
    <dgm:pt modelId="{49DB3D02-0F4D-4AC5-90B7-200E36413D81}" type="sibTrans" cxnId="{9B5DF385-C165-4CBB-B59B-80456F4C3E2E}">
      <dgm:prSet/>
      <dgm:spPr/>
      <dgm:t>
        <a:bodyPr/>
        <a:lstStyle/>
        <a:p>
          <a:endParaRPr lang="en-IN"/>
        </a:p>
      </dgm:t>
    </dgm:pt>
    <dgm:pt modelId="{3FBCF954-C523-4592-B2E4-3431FF1FD612}">
      <dgm:prSet>
        <dgm:style>
          <a:lnRef idx="2">
            <a:schemeClr val="accent1"/>
          </a:lnRef>
          <a:fillRef idx="1">
            <a:schemeClr val="lt1"/>
          </a:fillRef>
          <a:effectRef idx="0">
            <a:schemeClr val="accent1"/>
          </a:effectRef>
          <a:fontRef idx="minor">
            <a:schemeClr val="dk1"/>
          </a:fontRef>
        </dgm:style>
      </dgm:prSet>
      <dgm:spPr>
        <a:ln>
          <a:solidFill>
            <a:srgbClr val="008E40"/>
          </a:solidFill>
        </a:ln>
      </dgm:spPr>
      <dgm:t>
        <a:bodyPr/>
        <a:lstStyle/>
        <a:p>
          <a:r>
            <a:rPr lang="en-IN" dirty="0"/>
            <a:t>• </a:t>
          </a:r>
          <a:r>
            <a:rPr kumimoji="0" lang="en-US" altLang="en-US" i="0" u="none" strike="noStrike" cap="none" normalizeH="0" baseline="0" dirty="0" err="1">
              <a:ln>
                <a:noFill/>
              </a:ln>
              <a:solidFill>
                <a:schemeClr val="tx1"/>
              </a:solidFill>
              <a:effectLst/>
              <a:latin typeface="Arial" panose="020B0604020202020204" pitchFamily="34" charset="0"/>
            </a:rPr>
            <a:t>Grains,meat</a:t>
          </a:r>
          <a:r>
            <a:rPr kumimoji="0" lang="en-US" altLang="en-US" i="0" u="none" strike="noStrike" cap="none" normalizeH="0" baseline="0" dirty="0">
              <a:ln>
                <a:noFill/>
              </a:ln>
              <a:solidFill>
                <a:schemeClr val="tx1"/>
              </a:solidFill>
              <a:effectLst/>
              <a:latin typeface="Arial" panose="020B0604020202020204" pitchFamily="34" charset="0"/>
            </a:rPr>
            <a:t>, and dairy </a:t>
          </a:r>
          <a:r>
            <a:rPr kumimoji="0" lang="en-US" altLang="en-US" b="0" i="0" u="none" strike="noStrike" cap="none" normalizeH="0" baseline="0" dirty="0">
              <a:ln>
                <a:noFill/>
              </a:ln>
              <a:solidFill>
                <a:schemeClr val="tx1"/>
              </a:solidFill>
              <a:effectLst/>
              <a:latin typeface="Arial" panose="020B0604020202020204" pitchFamily="34" charset="0"/>
            </a:rPr>
            <a:t>are the </a:t>
          </a:r>
          <a:r>
            <a:rPr kumimoji="0" lang="en-US" altLang="en-US" i="0" u="none" strike="noStrike" cap="none" normalizeH="0" baseline="0" dirty="0">
              <a:ln>
                <a:noFill/>
              </a:ln>
              <a:solidFill>
                <a:schemeClr val="tx1"/>
              </a:solidFill>
              <a:effectLst/>
              <a:latin typeface="Arial" panose="020B0604020202020204" pitchFamily="34" charset="0"/>
            </a:rPr>
            <a:t>major calorie contributors </a:t>
          </a:r>
          <a:r>
            <a:rPr kumimoji="0" lang="en-US" altLang="en-US" b="0" i="0" u="none" strike="noStrike" cap="none" normalizeH="0" baseline="0" dirty="0">
              <a:ln>
                <a:noFill/>
              </a:ln>
              <a:solidFill>
                <a:schemeClr val="tx1"/>
              </a:solidFill>
              <a:effectLst/>
              <a:latin typeface="Arial" panose="020B0604020202020204" pitchFamily="34" charset="0"/>
            </a:rPr>
            <a:t>across all age groups</a:t>
          </a:r>
          <a:r>
            <a:rPr lang="en-IN" dirty="0"/>
            <a:t>.</a:t>
          </a:r>
        </a:p>
      </dgm:t>
    </dgm:pt>
    <dgm:pt modelId="{34C2EF1D-005B-4FC7-A54B-266B835C3F7D}" type="parTrans" cxnId="{9506734F-2EC7-4B85-8751-C9094ABA4798}">
      <dgm:prSet/>
      <dgm:spPr/>
      <dgm:t>
        <a:bodyPr/>
        <a:lstStyle/>
        <a:p>
          <a:endParaRPr lang="en-IN"/>
        </a:p>
      </dgm:t>
    </dgm:pt>
    <dgm:pt modelId="{33E9B6AB-C053-494C-95C4-E294BF1434AF}" type="sibTrans" cxnId="{9506734F-2EC7-4B85-8751-C9094ABA4798}">
      <dgm:prSet/>
      <dgm:spPr/>
      <dgm:t>
        <a:bodyPr/>
        <a:lstStyle/>
        <a:p>
          <a:endParaRPr lang="en-IN"/>
        </a:p>
      </dgm:t>
    </dgm:pt>
    <dgm:pt modelId="{1197DCC7-9F73-4A54-81E6-D8D6E9D57CDF}">
      <dgm:prSet>
        <dgm:style>
          <a:lnRef idx="2">
            <a:schemeClr val="accent1"/>
          </a:lnRef>
          <a:fillRef idx="1">
            <a:schemeClr val="lt1"/>
          </a:fillRef>
          <a:effectRef idx="0">
            <a:schemeClr val="accent1"/>
          </a:effectRef>
          <a:fontRef idx="minor">
            <a:schemeClr val="dk1"/>
          </a:fontRef>
        </dgm:style>
      </dgm:prSet>
      <dgm:spPr>
        <a:ln>
          <a:solidFill>
            <a:srgbClr val="008E40"/>
          </a:solidFill>
        </a:ln>
      </dgm:spPr>
      <dgm:t>
        <a:bodyPr/>
        <a:lstStyle/>
        <a:p>
          <a:r>
            <a:rPr lang="en-IN" dirty="0"/>
            <a:t>• </a:t>
          </a:r>
          <a:r>
            <a:rPr kumimoji="0" lang="en-US" altLang="en-US" b="0" i="0" u="none" strike="noStrike" cap="none" normalizeH="0" baseline="0" dirty="0">
              <a:ln>
                <a:noFill/>
              </a:ln>
              <a:solidFill>
                <a:schemeClr val="tx1"/>
              </a:solidFill>
              <a:effectLst/>
              <a:latin typeface="Arial" panose="020B0604020202020204" pitchFamily="34" charset="0"/>
            </a:rPr>
            <a:t>The </a:t>
          </a:r>
          <a:r>
            <a:rPr kumimoji="0" lang="en-US" altLang="en-US" i="0" u="none" strike="noStrike" cap="none" normalizeH="0" baseline="0" dirty="0">
              <a:ln>
                <a:noFill/>
              </a:ln>
              <a:solidFill>
                <a:schemeClr val="tx1"/>
              </a:solidFill>
              <a:effectLst/>
              <a:latin typeface="Arial" panose="020B0604020202020204" pitchFamily="34" charset="0"/>
            </a:rPr>
            <a:t>under-20 group consumes the least calories</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i="0" u="none" strike="noStrike" cap="none" normalizeH="0" baseline="0" dirty="0">
              <a:ln>
                <a:noFill/>
              </a:ln>
              <a:solidFill>
                <a:schemeClr val="tx1"/>
              </a:solidFill>
              <a:effectLst/>
              <a:latin typeface="Arial" panose="020B0604020202020204" pitchFamily="34" charset="0"/>
            </a:rPr>
            <a:t>while older adult (51-60) consumes a balanced diet.</a:t>
          </a:r>
          <a:endParaRPr lang="en-IN" dirty="0"/>
        </a:p>
      </dgm:t>
    </dgm:pt>
    <dgm:pt modelId="{4DD6254E-E0BD-47F6-A0D0-DD43E61FDB37}" type="parTrans" cxnId="{FFD4801C-4557-48DF-919A-2979CECF2D23}">
      <dgm:prSet/>
      <dgm:spPr/>
      <dgm:t>
        <a:bodyPr/>
        <a:lstStyle/>
        <a:p>
          <a:endParaRPr lang="en-IN"/>
        </a:p>
      </dgm:t>
    </dgm:pt>
    <dgm:pt modelId="{3C782679-DE4A-4FFB-B0E2-F67E782771E6}" type="sibTrans" cxnId="{FFD4801C-4557-48DF-919A-2979CECF2D23}">
      <dgm:prSet/>
      <dgm:spPr/>
      <dgm:t>
        <a:bodyPr/>
        <a:lstStyle/>
        <a:p>
          <a:endParaRPr lang="en-IN"/>
        </a:p>
      </dgm:t>
    </dgm:pt>
    <dgm:pt modelId="{2B063DF7-531A-44F6-8607-D00B35109573}" type="pres">
      <dgm:prSet presAssocID="{88DCC673-E1E0-4989-9D5C-95E9AEF04016}" presName="linear" presStyleCnt="0">
        <dgm:presLayoutVars>
          <dgm:animLvl val="lvl"/>
          <dgm:resizeHandles val="exact"/>
        </dgm:presLayoutVars>
      </dgm:prSet>
      <dgm:spPr/>
    </dgm:pt>
    <dgm:pt modelId="{787224D8-0BC6-41FD-B2EF-3CE94F6C8D13}" type="pres">
      <dgm:prSet presAssocID="{58261D4A-27DE-4B3F-81B1-C85F06FA88B7}" presName="parentText" presStyleLbl="node1" presStyleIdx="0" presStyleCnt="3">
        <dgm:presLayoutVars>
          <dgm:chMax val="0"/>
          <dgm:bulletEnabled val="1"/>
        </dgm:presLayoutVars>
      </dgm:prSet>
      <dgm:spPr/>
    </dgm:pt>
    <dgm:pt modelId="{E1E52484-793E-4DBC-BA8A-1104B9DC95FA}" type="pres">
      <dgm:prSet presAssocID="{49DB3D02-0F4D-4AC5-90B7-200E36413D81}" presName="spacer" presStyleCnt="0"/>
      <dgm:spPr/>
    </dgm:pt>
    <dgm:pt modelId="{64A96510-AD3E-4437-87AC-DB0119739B51}" type="pres">
      <dgm:prSet presAssocID="{3FBCF954-C523-4592-B2E4-3431FF1FD612}" presName="parentText" presStyleLbl="node1" presStyleIdx="1" presStyleCnt="3">
        <dgm:presLayoutVars>
          <dgm:chMax val="0"/>
          <dgm:bulletEnabled val="1"/>
        </dgm:presLayoutVars>
      </dgm:prSet>
      <dgm:spPr/>
    </dgm:pt>
    <dgm:pt modelId="{220B700A-E28E-4B04-B0DF-F2479737C6CC}" type="pres">
      <dgm:prSet presAssocID="{33E9B6AB-C053-494C-95C4-E294BF1434AF}" presName="spacer" presStyleCnt="0"/>
      <dgm:spPr/>
    </dgm:pt>
    <dgm:pt modelId="{13511E1F-DE25-40C9-8064-1AECE19C988C}" type="pres">
      <dgm:prSet presAssocID="{1197DCC7-9F73-4A54-81E6-D8D6E9D57CDF}" presName="parentText" presStyleLbl="node1" presStyleIdx="2" presStyleCnt="3">
        <dgm:presLayoutVars>
          <dgm:chMax val="0"/>
          <dgm:bulletEnabled val="1"/>
        </dgm:presLayoutVars>
      </dgm:prSet>
      <dgm:spPr/>
    </dgm:pt>
  </dgm:ptLst>
  <dgm:cxnLst>
    <dgm:cxn modelId="{DD88CC06-590E-44E8-AA09-5AECB0244129}" type="presOf" srcId="{1197DCC7-9F73-4A54-81E6-D8D6E9D57CDF}" destId="{13511E1F-DE25-40C9-8064-1AECE19C988C}" srcOrd="0" destOrd="0" presId="urn:microsoft.com/office/officeart/2005/8/layout/vList2"/>
    <dgm:cxn modelId="{FFD4801C-4557-48DF-919A-2979CECF2D23}" srcId="{88DCC673-E1E0-4989-9D5C-95E9AEF04016}" destId="{1197DCC7-9F73-4A54-81E6-D8D6E9D57CDF}" srcOrd="2" destOrd="0" parTransId="{4DD6254E-E0BD-47F6-A0D0-DD43E61FDB37}" sibTransId="{3C782679-DE4A-4FFB-B0E2-F67E782771E6}"/>
    <dgm:cxn modelId="{9506734F-2EC7-4B85-8751-C9094ABA4798}" srcId="{88DCC673-E1E0-4989-9D5C-95E9AEF04016}" destId="{3FBCF954-C523-4592-B2E4-3431FF1FD612}" srcOrd="1" destOrd="0" parTransId="{34C2EF1D-005B-4FC7-A54B-266B835C3F7D}" sibTransId="{33E9B6AB-C053-494C-95C4-E294BF1434AF}"/>
    <dgm:cxn modelId="{9B5DF385-C165-4CBB-B59B-80456F4C3E2E}" srcId="{88DCC673-E1E0-4989-9D5C-95E9AEF04016}" destId="{58261D4A-27DE-4B3F-81B1-C85F06FA88B7}" srcOrd="0" destOrd="0" parTransId="{71A615DC-A2E3-4956-8F9B-A377E1E0F945}" sibTransId="{49DB3D02-0F4D-4AC5-90B7-200E36413D81}"/>
    <dgm:cxn modelId="{3D2EB4BF-3E96-49AD-B7CD-607EDC4FC77A}" type="presOf" srcId="{88DCC673-E1E0-4989-9D5C-95E9AEF04016}" destId="{2B063DF7-531A-44F6-8607-D00B35109573}" srcOrd="0" destOrd="0" presId="urn:microsoft.com/office/officeart/2005/8/layout/vList2"/>
    <dgm:cxn modelId="{AE6F74EC-BA7C-4492-91F3-D6D492AEF05B}" type="presOf" srcId="{58261D4A-27DE-4B3F-81B1-C85F06FA88B7}" destId="{787224D8-0BC6-41FD-B2EF-3CE94F6C8D13}" srcOrd="0" destOrd="0" presId="urn:microsoft.com/office/officeart/2005/8/layout/vList2"/>
    <dgm:cxn modelId="{07F86FF9-8482-414C-9072-193794E3FDEC}" type="presOf" srcId="{3FBCF954-C523-4592-B2E4-3431FF1FD612}" destId="{64A96510-AD3E-4437-87AC-DB0119739B51}" srcOrd="0" destOrd="0" presId="urn:microsoft.com/office/officeart/2005/8/layout/vList2"/>
    <dgm:cxn modelId="{9D593DA8-0C47-4A12-BB15-2B9E457B4645}" type="presParOf" srcId="{2B063DF7-531A-44F6-8607-D00B35109573}" destId="{787224D8-0BC6-41FD-B2EF-3CE94F6C8D13}" srcOrd="0" destOrd="0" presId="urn:microsoft.com/office/officeart/2005/8/layout/vList2"/>
    <dgm:cxn modelId="{91BFF881-9E76-43DD-BC23-3194EFFF5604}" type="presParOf" srcId="{2B063DF7-531A-44F6-8607-D00B35109573}" destId="{E1E52484-793E-4DBC-BA8A-1104B9DC95FA}" srcOrd="1" destOrd="0" presId="urn:microsoft.com/office/officeart/2005/8/layout/vList2"/>
    <dgm:cxn modelId="{2716F497-3BD8-410E-ABB3-9C149260F9D5}" type="presParOf" srcId="{2B063DF7-531A-44F6-8607-D00B35109573}" destId="{64A96510-AD3E-4437-87AC-DB0119739B51}" srcOrd="2" destOrd="0" presId="urn:microsoft.com/office/officeart/2005/8/layout/vList2"/>
    <dgm:cxn modelId="{B2186DA1-BFAF-4E57-A2F3-30B56480B476}" type="presParOf" srcId="{2B063DF7-531A-44F6-8607-D00B35109573}" destId="{220B700A-E28E-4B04-B0DF-F2479737C6CC}" srcOrd="3" destOrd="0" presId="urn:microsoft.com/office/officeart/2005/8/layout/vList2"/>
    <dgm:cxn modelId="{92772427-F577-4C52-823D-859BD618CF30}" type="presParOf" srcId="{2B063DF7-531A-44F6-8607-D00B35109573}" destId="{13511E1F-DE25-40C9-8064-1AECE19C988C}" srcOrd="4" destOrd="0" presId="urn:microsoft.com/office/officeart/2005/8/layout/vList2"/>
  </dgm:cxnLst>
  <dgm:bg/>
  <dgm:whole>
    <a:ln w="9525" cap="flat" cmpd="sng" algn="ctr">
      <a:solidFill>
        <a:srgbClr val="008E40"/>
      </a:solidFill>
      <a:prstDash val="solid"/>
      <a:round/>
      <a:headEnd type="none" w="med" len="med"/>
      <a:tailEnd type="none" w="med" len="med"/>
    </a:ln>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21779D9C-4625-44B1-B4FC-5837BA07285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234F4CB-79E0-41DC-BFCA-F17C4F70F666}">
      <dgm:prSet>
        <dgm:style>
          <a:lnRef idx="2">
            <a:schemeClr val="accent2"/>
          </a:lnRef>
          <a:fillRef idx="1">
            <a:schemeClr val="lt1"/>
          </a:fillRef>
          <a:effectRef idx="0">
            <a:schemeClr val="accent2"/>
          </a:effectRef>
          <a:fontRef idx="minor">
            <a:schemeClr val="dk1"/>
          </a:fontRef>
        </dgm:style>
      </dgm:prSet>
      <dgm:spPr>
        <a:ln>
          <a:solidFill>
            <a:srgbClr val="C00000"/>
          </a:solidFill>
        </a:ln>
      </dgm:spPr>
      <dgm:t>
        <a:bodyPr/>
        <a:lstStyle/>
        <a:p>
          <a:r>
            <a:rPr lang="en-IN" dirty="0"/>
            <a:t>•</a:t>
          </a:r>
          <a:r>
            <a:rPr lang="en-US" dirty="0"/>
            <a:t>The correlation between dietary factors (calories, protein) and fitness metrics (BMI, calories burned) appears to be very weak.</a:t>
          </a:r>
          <a:endParaRPr lang="en-IN" dirty="0"/>
        </a:p>
      </dgm:t>
    </dgm:pt>
    <dgm:pt modelId="{38AD83A2-7C0A-40BF-A3BB-87DF73423D34}" type="parTrans" cxnId="{E72FCE12-A4BD-415D-A843-01C51681B38B}">
      <dgm:prSet/>
      <dgm:spPr/>
      <dgm:t>
        <a:bodyPr/>
        <a:lstStyle/>
        <a:p>
          <a:endParaRPr lang="en-IN"/>
        </a:p>
      </dgm:t>
    </dgm:pt>
    <dgm:pt modelId="{79B00FE7-8CAD-4922-8AD5-D98E7A0AF19E}" type="sibTrans" cxnId="{E72FCE12-A4BD-415D-A843-01C51681B38B}">
      <dgm:prSet/>
      <dgm:spPr/>
      <dgm:t>
        <a:bodyPr/>
        <a:lstStyle/>
        <a:p>
          <a:endParaRPr lang="en-IN"/>
        </a:p>
      </dgm:t>
    </dgm:pt>
    <dgm:pt modelId="{1476820F-6586-4B72-8162-AAB0ED8762CC}">
      <dgm:prSet>
        <dgm:style>
          <a:lnRef idx="2">
            <a:schemeClr val="accent1"/>
          </a:lnRef>
          <a:fillRef idx="1">
            <a:schemeClr val="lt1"/>
          </a:fillRef>
          <a:effectRef idx="0">
            <a:schemeClr val="accent1"/>
          </a:effectRef>
          <a:fontRef idx="minor">
            <a:schemeClr val="dk1"/>
          </a:fontRef>
        </dgm:style>
      </dgm:prSet>
      <dgm:spPr>
        <a:ln>
          <a:solidFill>
            <a:srgbClr val="C00000"/>
          </a:solidFill>
        </a:ln>
      </dgm:spPr>
      <dgm:t>
        <a:bodyPr/>
        <a:lstStyle/>
        <a:p>
          <a:r>
            <a:rPr lang="en-IN" dirty="0"/>
            <a:t>• </a:t>
          </a:r>
          <a:r>
            <a:rPr lang="en-US" dirty="0"/>
            <a:t>This indicates that dietary intake alone may not strongly influence BMI or calorie expenditure - exercise habits and individual metabolism likely have a greater impact</a:t>
          </a:r>
          <a:r>
            <a:rPr lang="en-IN" dirty="0"/>
            <a:t>.</a:t>
          </a:r>
        </a:p>
      </dgm:t>
    </dgm:pt>
    <dgm:pt modelId="{E0D44923-8D5F-4E86-8E31-9D2ADF406D22}" type="parTrans" cxnId="{9D5CBDAA-ABFA-422F-A9CC-CDA7122A8DD5}">
      <dgm:prSet/>
      <dgm:spPr/>
      <dgm:t>
        <a:bodyPr/>
        <a:lstStyle/>
        <a:p>
          <a:endParaRPr lang="en-IN"/>
        </a:p>
      </dgm:t>
    </dgm:pt>
    <dgm:pt modelId="{69D86C6F-D049-41D0-8204-92555716F2E0}" type="sibTrans" cxnId="{9D5CBDAA-ABFA-422F-A9CC-CDA7122A8DD5}">
      <dgm:prSet/>
      <dgm:spPr/>
      <dgm:t>
        <a:bodyPr/>
        <a:lstStyle/>
        <a:p>
          <a:endParaRPr lang="en-IN"/>
        </a:p>
      </dgm:t>
    </dgm:pt>
    <dgm:pt modelId="{E649CABC-FB9E-4125-A65B-EF6111D460CC}" type="pres">
      <dgm:prSet presAssocID="{21779D9C-4625-44B1-B4FC-5837BA072856}" presName="linear" presStyleCnt="0">
        <dgm:presLayoutVars>
          <dgm:animLvl val="lvl"/>
          <dgm:resizeHandles val="exact"/>
        </dgm:presLayoutVars>
      </dgm:prSet>
      <dgm:spPr/>
    </dgm:pt>
    <dgm:pt modelId="{22A468DE-9E44-4C0B-8955-F0F8F98A8529}" type="pres">
      <dgm:prSet presAssocID="{2234F4CB-79E0-41DC-BFCA-F17C4F70F666}" presName="parentText" presStyleLbl="node1" presStyleIdx="0" presStyleCnt="2">
        <dgm:presLayoutVars>
          <dgm:chMax val="0"/>
          <dgm:bulletEnabled val="1"/>
        </dgm:presLayoutVars>
      </dgm:prSet>
      <dgm:spPr/>
    </dgm:pt>
    <dgm:pt modelId="{2909ED24-7686-4C9B-9990-E72FF4A82CEF}" type="pres">
      <dgm:prSet presAssocID="{79B00FE7-8CAD-4922-8AD5-D98E7A0AF19E}" presName="spacer" presStyleCnt="0"/>
      <dgm:spPr/>
    </dgm:pt>
    <dgm:pt modelId="{1CB38A43-2F24-4799-BB1D-BF4BE885B99C}" type="pres">
      <dgm:prSet presAssocID="{1476820F-6586-4B72-8162-AAB0ED8762CC}" presName="parentText" presStyleLbl="node1" presStyleIdx="1" presStyleCnt="2">
        <dgm:presLayoutVars>
          <dgm:chMax val="0"/>
          <dgm:bulletEnabled val="1"/>
        </dgm:presLayoutVars>
      </dgm:prSet>
      <dgm:spPr/>
    </dgm:pt>
  </dgm:ptLst>
  <dgm:cxnLst>
    <dgm:cxn modelId="{E72FCE12-A4BD-415D-A843-01C51681B38B}" srcId="{21779D9C-4625-44B1-B4FC-5837BA072856}" destId="{2234F4CB-79E0-41DC-BFCA-F17C4F70F666}" srcOrd="0" destOrd="0" parTransId="{38AD83A2-7C0A-40BF-A3BB-87DF73423D34}" sibTransId="{79B00FE7-8CAD-4922-8AD5-D98E7A0AF19E}"/>
    <dgm:cxn modelId="{5FE6067A-1066-4B50-ACFE-651BCC4507CE}" type="presOf" srcId="{2234F4CB-79E0-41DC-BFCA-F17C4F70F666}" destId="{22A468DE-9E44-4C0B-8955-F0F8F98A8529}" srcOrd="0" destOrd="0" presId="urn:microsoft.com/office/officeart/2005/8/layout/vList2"/>
    <dgm:cxn modelId="{82FDD489-43B0-467A-824E-27B9793BF284}" type="presOf" srcId="{1476820F-6586-4B72-8162-AAB0ED8762CC}" destId="{1CB38A43-2F24-4799-BB1D-BF4BE885B99C}" srcOrd="0" destOrd="0" presId="urn:microsoft.com/office/officeart/2005/8/layout/vList2"/>
    <dgm:cxn modelId="{9D5CBDAA-ABFA-422F-A9CC-CDA7122A8DD5}" srcId="{21779D9C-4625-44B1-B4FC-5837BA072856}" destId="{1476820F-6586-4B72-8162-AAB0ED8762CC}" srcOrd="1" destOrd="0" parTransId="{E0D44923-8D5F-4E86-8E31-9D2ADF406D22}" sibTransId="{69D86C6F-D049-41D0-8204-92555716F2E0}"/>
    <dgm:cxn modelId="{93A3E5D3-333B-4A36-8BF8-393C5E2D1CEC}" type="presOf" srcId="{21779D9C-4625-44B1-B4FC-5837BA072856}" destId="{E649CABC-FB9E-4125-A65B-EF6111D460CC}" srcOrd="0" destOrd="0" presId="urn:microsoft.com/office/officeart/2005/8/layout/vList2"/>
    <dgm:cxn modelId="{D71BBE42-D14C-4772-906D-718432D0C8F1}" type="presParOf" srcId="{E649CABC-FB9E-4125-A65B-EF6111D460CC}" destId="{22A468DE-9E44-4C0B-8955-F0F8F98A8529}" srcOrd="0" destOrd="0" presId="urn:microsoft.com/office/officeart/2005/8/layout/vList2"/>
    <dgm:cxn modelId="{A0490874-7F47-4DD4-A129-9E36C1C03E24}" type="presParOf" srcId="{E649CABC-FB9E-4125-A65B-EF6111D460CC}" destId="{2909ED24-7686-4C9B-9990-E72FF4A82CEF}" srcOrd="1" destOrd="0" presId="urn:microsoft.com/office/officeart/2005/8/layout/vList2"/>
    <dgm:cxn modelId="{78F9C283-5754-4181-ABF3-1454D8F78A87}" type="presParOf" srcId="{E649CABC-FB9E-4125-A65B-EF6111D460CC}" destId="{1CB38A43-2F24-4799-BB1D-BF4BE885B99C}"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26432117-6234-460B-B7FF-3ACF9FC4577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306C3108-0180-4391-A456-E1B320AD4967}">
      <dgm:prSet>
        <dgm:style>
          <a:lnRef idx="2">
            <a:schemeClr val="accent4"/>
          </a:lnRef>
          <a:fillRef idx="1">
            <a:schemeClr val="lt1"/>
          </a:fillRef>
          <a:effectRef idx="0">
            <a:schemeClr val="accent4"/>
          </a:effectRef>
          <a:fontRef idx="minor">
            <a:schemeClr val="dk1"/>
          </a:fontRef>
        </dgm:style>
      </dgm:prSet>
      <dgm:spPr/>
      <dgm:t>
        <a:bodyPr/>
        <a:lstStyle/>
        <a:p>
          <a:r>
            <a:rPr lang="en-IN" dirty="0"/>
            <a:t>•</a:t>
          </a:r>
          <a:r>
            <a:rPr lang="en-US" dirty="0"/>
            <a:t>Weak correlations found between diet metrics and fitness outcomes, suggesting limited direct impact of macronutrients on calorie burn or BMI</a:t>
          </a:r>
          <a:endParaRPr lang="en-IN" dirty="0"/>
        </a:p>
      </dgm:t>
    </dgm:pt>
    <dgm:pt modelId="{8B371809-2262-4571-9A04-B74A9E39F846}" type="parTrans" cxnId="{FECDF060-902D-4B37-B7B9-CAAF3A93DFF1}">
      <dgm:prSet/>
      <dgm:spPr/>
      <dgm:t>
        <a:bodyPr/>
        <a:lstStyle/>
        <a:p>
          <a:endParaRPr lang="en-IN"/>
        </a:p>
      </dgm:t>
    </dgm:pt>
    <dgm:pt modelId="{0D18385B-7179-4D40-AAFB-6B2F745A673D}" type="sibTrans" cxnId="{FECDF060-902D-4B37-B7B9-CAAF3A93DFF1}">
      <dgm:prSet/>
      <dgm:spPr/>
      <dgm:t>
        <a:bodyPr/>
        <a:lstStyle/>
        <a:p>
          <a:endParaRPr lang="en-IN"/>
        </a:p>
      </dgm:t>
    </dgm:pt>
    <dgm:pt modelId="{854B7130-E80A-4DC6-BACF-D60F800F7210}">
      <dgm:prSet>
        <dgm:style>
          <a:lnRef idx="2">
            <a:schemeClr val="accent4"/>
          </a:lnRef>
          <a:fillRef idx="1">
            <a:schemeClr val="lt1"/>
          </a:fillRef>
          <a:effectRef idx="0">
            <a:schemeClr val="accent4"/>
          </a:effectRef>
          <a:fontRef idx="minor">
            <a:schemeClr val="dk1"/>
          </a:fontRef>
        </dgm:style>
      </dgm:prSet>
      <dgm:spPr/>
      <dgm:t>
        <a:bodyPr/>
        <a:lstStyle/>
        <a:p>
          <a:r>
            <a:rPr lang="en-IN" dirty="0"/>
            <a:t>•</a:t>
          </a:r>
          <a:r>
            <a:rPr lang="en-US" dirty="0"/>
            <a:t>Exercise consistency (frequency &amp; duration) has a strong positive impact on overall fitness.</a:t>
          </a:r>
          <a:endParaRPr lang="en-IN" dirty="0"/>
        </a:p>
      </dgm:t>
    </dgm:pt>
    <dgm:pt modelId="{311DD6FE-4104-4BC0-BCDF-022751B66707}" type="parTrans" cxnId="{BA51DCEB-0C89-49C9-ADA2-1EE5B3ABA348}">
      <dgm:prSet/>
      <dgm:spPr/>
      <dgm:t>
        <a:bodyPr/>
        <a:lstStyle/>
        <a:p>
          <a:endParaRPr lang="en-IN"/>
        </a:p>
      </dgm:t>
    </dgm:pt>
    <dgm:pt modelId="{57E58D6B-80BC-45B7-96B3-3C97E1572A70}" type="sibTrans" cxnId="{BA51DCEB-0C89-49C9-ADA2-1EE5B3ABA348}">
      <dgm:prSet/>
      <dgm:spPr/>
      <dgm:t>
        <a:bodyPr/>
        <a:lstStyle/>
        <a:p>
          <a:endParaRPr lang="en-IN"/>
        </a:p>
      </dgm:t>
    </dgm:pt>
    <dgm:pt modelId="{D6A04830-F3FA-4D22-A957-5799FCD9790F}">
      <dgm:prSet>
        <dgm:style>
          <a:lnRef idx="2">
            <a:schemeClr val="accent4"/>
          </a:lnRef>
          <a:fillRef idx="1">
            <a:schemeClr val="lt1"/>
          </a:fillRef>
          <a:effectRef idx="0">
            <a:schemeClr val="accent4"/>
          </a:effectRef>
          <a:fontRef idx="minor">
            <a:schemeClr val="dk1"/>
          </a:fontRef>
        </dgm:style>
      </dgm:prSet>
      <dgm:spPr/>
      <dgm:t>
        <a:bodyPr/>
        <a:lstStyle/>
        <a:p>
          <a:r>
            <a:rPr lang="en-IN" dirty="0"/>
            <a:t>•</a:t>
          </a:r>
          <a:r>
            <a:rPr lang="en-US" dirty="0"/>
            <a:t>Moderate sugar intake still appears beneficial for calorie control.</a:t>
          </a:r>
          <a:endParaRPr lang="en-IN" dirty="0"/>
        </a:p>
      </dgm:t>
    </dgm:pt>
    <dgm:pt modelId="{AFFA7366-7CCE-43D0-9155-85F11BAE60EF}" type="parTrans" cxnId="{16EA87DC-D5D7-4312-B757-E730E4D9CA8B}">
      <dgm:prSet/>
      <dgm:spPr/>
      <dgm:t>
        <a:bodyPr/>
        <a:lstStyle/>
        <a:p>
          <a:endParaRPr lang="en-IN"/>
        </a:p>
      </dgm:t>
    </dgm:pt>
    <dgm:pt modelId="{BE016C66-9748-498D-B9E3-88E161F7A093}" type="sibTrans" cxnId="{16EA87DC-D5D7-4312-B757-E730E4D9CA8B}">
      <dgm:prSet/>
      <dgm:spPr/>
      <dgm:t>
        <a:bodyPr/>
        <a:lstStyle/>
        <a:p>
          <a:endParaRPr lang="en-IN"/>
        </a:p>
      </dgm:t>
    </dgm:pt>
    <dgm:pt modelId="{D1803A7F-65D6-4116-BA99-7935A664767C}">
      <dgm:prSet>
        <dgm:style>
          <a:lnRef idx="2">
            <a:schemeClr val="accent4"/>
          </a:lnRef>
          <a:fillRef idx="1">
            <a:schemeClr val="lt1"/>
          </a:fillRef>
          <a:effectRef idx="0">
            <a:schemeClr val="accent4"/>
          </a:effectRef>
          <a:fontRef idx="minor">
            <a:schemeClr val="dk1"/>
          </a:fontRef>
        </dgm:style>
      </dgm:prSet>
      <dgm:spPr/>
      <dgm:t>
        <a:bodyPr/>
        <a:lstStyle/>
        <a:p>
          <a:r>
            <a:rPr lang="en-IN" dirty="0"/>
            <a:t>•</a:t>
          </a:r>
          <a:r>
            <a:rPr lang="en-US" dirty="0"/>
            <a:t>Overall, workout behavior plays a more significant role than diet composition in this dataset</a:t>
          </a:r>
          <a:r>
            <a:rPr lang="en-IN" dirty="0"/>
            <a:t>.</a:t>
          </a:r>
        </a:p>
      </dgm:t>
    </dgm:pt>
    <dgm:pt modelId="{FBC43368-D708-4869-8224-647C8F0A4951}" type="parTrans" cxnId="{25FA9151-618E-4DE2-AF0A-C5FBECAB63A0}">
      <dgm:prSet/>
      <dgm:spPr/>
      <dgm:t>
        <a:bodyPr/>
        <a:lstStyle/>
        <a:p>
          <a:endParaRPr lang="en-IN"/>
        </a:p>
      </dgm:t>
    </dgm:pt>
    <dgm:pt modelId="{26424875-B6AE-4CFA-B7D9-7F732A127593}" type="sibTrans" cxnId="{25FA9151-618E-4DE2-AF0A-C5FBECAB63A0}">
      <dgm:prSet/>
      <dgm:spPr/>
      <dgm:t>
        <a:bodyPr/>
        <a:lstStyle/>
        <a:p>
          <a:endParaRPr lang="en-IN"/>
        </a:p>
      </dgm:t>
    </dgm:pt>
    <dgm:pt modelId="{1F572717-8A60-4CE2-BF12-DDAD2C58020C}" type="pres">
      <dgm:prSet presAssocID="{26432117-6234-460B-B7FF-3ACF9FC45779}" presName="linear" presStyleCnt="0">
        <dgm:presLayoutVars>
          <dgm:animLvl val="lvl"/>
          <dgm:resizeHandles val="exact"/>
        </dgm:presLayoutVars>
      </dgm:prSet>
      <dgm:spPr/>
    </dgm:pt>
    <dgm:pt modelId="{AA44F00F-8A33-4726-B305-E068D04DFF58}" type="pres">
      <dgm:prSet presAssocID="{306C3108-0180-4391-A456-E1B320AD4967}" presName="parentText" presStyleLbl="node1" presStyleIdx="0" presStyleCnt="4">
        <dgm:presLayoutVars>
          <dgm:chMax val="0"/>
          <dgm:bulletEnabled val="1"/>
        </dgm:presLayoutVars>
      </dgm:prSet>
      <dgm:spPr/>
    </dgm:pt>
    <dgm:pt modelId="{BAD14ADC-C3E6-4ED8-8E70-72484C10FCE7}" type="pres">
      <dgm:prSet presAssocID="{0D18385B-7179-4D40-AAFB-6B2F745A673D}" presName="spacer" presStyleCnt="0"/>
      <dgm:spPr/>
    </dgm:pt>
    <dgm:pt modelId="{0856B404-916A-493F-B17A-5855AE87BE44}" type="pres">
      <dgm:prSet presAssocID="{854B7130-E80A-4DC6-BACF-D60F800F7210}" presName="parentText" presStyleLbl="node1" presStyleIdx="1" presStyleCnt="4">
        <dgm:presLayoutVars>
          <dgm:chMax val="0"/>
          <dgm:bulletEnabled val="1"/>
        </dgm:presLayoutVars>
      </dgm:prSet>
      <dgm:spPr/>
    </dgm:pt>
    <dgm:pt modelId="{74352FE6-3C1D-474C-BF68-D980A2880B22}" type="pres">
      <dgm:prSet presAssocID="{57E58D6B-80BC-45B7-96B3-3C97E1572A70}" presName="spacer" presStyleCnt="0"/>
      <dgm:spPr/>
    </dgm:pt>
    <dgm:pt modelId="{FE88C044-F165-4593-930F-B30D819A0A49}" type="pres">
      <dgm:prSet presAssocID="{D6A04830-F3FA-4D22-A957-5799FCD9790F}" presName="parentText" presStyleLbl="node1" presStyleIdx="2" presStyleCnt="4">
        <dgm:presLayoutVars>
          <dgm:chMax val="0"/>
          <dgm:bulletEnabled val="1"/>
        </dgm:presLayoutVars>
      </dgm:prSet>
      <dgm:spPr/>
    </dgm:pt>
    <dgm:pt modelId="{B45CF91C-5F59-4EF5-81CD-16508D2241A0}" type="pres">
      <dgm:prSet presAssocID="{BE016C66-9748-498D-B9E3-88E161F7A093}" presName="spacer" presStyleCnt="0"/>
      <dgm:spPr/>
    </dgm:pt>
    <dgm:pt modelId="{37824183-0E63-42AE-BD71-9EA1A1523D14}" type="pres">
      <dgm:prSet presAssocID="{D1803A7F-65D6-4116-BA99-7935A664767C}" presName="parentText" presStyleLbl="node1" presStyleIdx="3" presStyleCnt="4">
        <dgm:presLayoutVars>
          <dgm:chMax val="0"/>
          <dgm:bulletEnabled val="1"/>
        </dgm:presLayoutVars>
      </dgm:prSet>
      <dgm:spPr/>
    </dgm:pt>
  </dgm:ptLst>
  <dgm:cxnLst>
    <dgm:cxn modelId="{1A63EB12-A512-4259-98BB-9073E819A7BE}" type="presOf" srcId="{26432117-6234-460B-B7FF-3ACF9FC45779}" destId="{1F572717-8A60-4CE2-BF12-DDAD2C58020C}" srcOrd="0" destOrd="0" presId="urn:microsoft.com/office/officeart/2005/8/layout/vList2"/>
    <dgm:cxn modelId="{D369841E-D320-4248-8CC7-F1ED1D59AF04}" type="presOf" srcId="{854B7130-E80A-4DC6-BACF-D60F800F7210}" destId="{0856B404-916A-493F-B17A-5855AE87BE44}" srcOrd="0" destOrd="0" presId="urn:microsoft.com/office/officeart/2005/8/layout/vList2"/>
    <dgm:cxn modelId="{FECDF060-902D-4B37-B7B9-CAAF3A93DFF1}" srcId="{26432117-6234-460B-B7FF-3ACF9FC45779}" destId="{306C3108-0180-4391-A456-E1B320AD4967}" srcOrd="0" destOrd="0" parTransId="{8B371809-2262-4571-9A04-B74A9E39F846}" sibTransId="{0D18385B-7179-4D40-AAFB-6B2F745A673D}"/>
    <dgm:cxn modelId="{C7D37F43-91D6-4004-B034-BC97C154582E}" type="presOf" srcId="{D6A04830-F3FA-4D22-A957-5799FCD9790F}" destId="{FE88C044-F165-4593-930F-B30D819A0A49}" srcOrd="0" destOrd="0" presId="urn:microsoft.com/office/officeart/2005/8/layout/vList2"/>
    <dgm:cxn modelId="{25FA9151-618E-4DE2-AF0A-C5FBECAB63A0}" srcId="{26432117-6234-460B-B7FF-3ACF9FC45779}" destId="{D1803A7F-65D6-4116-BA99-7935A664767C}" srcOrd="3" destOrd="0" parTransId="{FBC43368-D708-4869-8224-647C8F0A4951}" sibTransId="{26424875-B6AE-4CFA-B7D9-7F732A127593}"/>
    <dgm:cxn modelId="{16EA87DC-D5D7-4312-B757-E730E4D9CA8B}" srcId="{26432117-6234-460B-B7FF-3ACF9FC45779}" destId="{D6A04830-F3FA-4D22-A957-5799FCD9790F}" srcOrd="2" destOrd="0" parTransId="{AFFA7366-7CCE-43D0-9155-85F11BAE60EF}" sibTransId="{BE016C66-9748-498D-B9E3-88E161F7A093}"/>
    <dgm:cxn modelId="{1ED5B6EB-AE0E-44E9-B0E5-87C7399DC076}" type="presOf" srcId="{306C3108-0180-4391-A456-E1B320AD4967}" destId="{AA44F00F-8A33-4726-B305-E068D04DFF58}" srcOrd="0" destOrd="0" presId="urn:microsoft.com/office/officeart/2005/8/layout/vList2"/>
    <dgm:cxn modelId="{BA51DCEB-0C89-49C9-ADA2-1EE5B3ABA348}" srcId="{26432117-6234-460B-B7FF-3ACF9FC45779}" destId="{854B7130-E80A-4DC6-BACF-D60F800F7210}" srcOrd="1" destOrd="0" parTransId="{311DD6FE-4104-4BC0-BCDF-022751B66707}" sibTransId="{57E58D6B-80BC-45B7-96B3-3C97E1572A70}"/>
    <dgm:cxn modelId="{1383F0ED-A377-4A1A-9D0B-8B0988EF0C68}" type="presOf" srcId="{D1803A7F-65D6-4116-BA99-7935A664767C}" destId="{37824183-0E63-42AE-BD71-9EA1A1523D14}" srcOrd="0" destOrd="0" presId="urn:microsoft.com/office/officeart/2005/8/layout/vList2"/>
    <dgm:cxn modelId="{70DBCAAB-20EF-4597-8372-73644C682E27}" type="presParOf" srcId="{1F572717-8A60-4CE2-BF12-DDAD2C58020C}" destId="{AA44F00F-8A33-4726-B305-E068D04DFF58}" srcOrd="0" destOrd="0" presId="urn:microsoft.com/office/officeart/2005/8/layout/vList2"/>
    <dgm:cxn modelId="{BCEFE5A0-BCDF-4557-8B91-AF46B71A9E4D}" type="presParOf" srcId="{1F572717-8A60-4CE2-BF12-DDAD2C58020C}" destId="{BAD14ADC-C3E6-4ED8-8E70-72484C10FCE7}" srcOrd="1" destOrd="0" presId="urn:microsoft.com/office/officeart/2005/8/layout/vList2"/>
    <dgm:cxn modelId="{FB00F65E-9D3A-43FD-9939-40F931268A2F}" type="presParOf" srcId="{1F572717-8A60-4CE2-BF12-DDAD2C58020C}" destId="{0856B404-916A-493F-B17A-5855AE87BE44}" srcOrd="2" destOrd="0" presId="urn:microsoft.com/office/officeart/2005/8/layout/vList2"/>
    <dgm:cxn modelId="{4AA98FD7-2203-4B98-809C-FC1DA6CBF19B}" type="presParOf" srcId="{1F572717-8A60-4CE2-BF12-DDAD2C58020C}" destId="{74352FE6-3C1D-474C-BF68-D980A2880B22}" srcOrd="3" destOrd="0" presId="urn:microsoft.com/office/officeart/2005/8/layout/vList2"/>
    <dgm:cxn modelId="{EF784BEB-DC57-4550-99C6-734FA731290C}" type="presParOf" srcId="{1F572717-8A60-4CE2-BF12-DDAD2C58020C}" destId="{FE88C044-F165-4593-930F-B30D819A0A49}" srcOrd="4" destOrd="0" presId="urn:microsoft.com/office/officeart/2005/8/layout/vList2"/>
    <dgm:cxn modelId="{1048067A-3DFC-4B81-9315-D5E6CA07BFB9}" type="presParOf" srcId="{1F572717-8A60-4CE2-BF12-DDAD2C58020C}" destId="{B45CF91C-5F59-4EF5-81CD-16508D2241A0}" srcOrd="5" destOrd="0" presId="urn:microsoft.com/office/officeart/2005/8/layout/vList2"/>
    <dgm:cxn modelId="{1A2E1193-8F26-4F95-8636-E444155B2B7D}" type="presParOf" srcId="{1F572717-8A60-4CE2-BF12-DDAD2C58020C}" destId="{37824183-0E63-42AE-BD71-9EA1A1523D1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BF94912-E404-410D-99F2-0120489A6BB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DD6530BD-6573-4BB9-A8DF-2F50AC5FB1E4}">
      <dgm:prSet>
        <dgm:style>
          <a:lnRef idx="2">
            <a:schemeClr val="dk1"/>
          </a:lnRef>
          <a:fillRef idx="1">
            <a:schemeClr val="lt1"/>
          </a:fillRef>
          <a:effectRef idx="0">
            <a:schemeClr val="dk1"/>
          </a:effectRef>
          <a:fontRef idx="minor">
            <a:schemeClr val="dk1"/>
          </a:fontRef>
        </dgm:style>
      </dgm:prSet>
      <dgm:spPr/>
      <dgm:t>
        <a:bodyPr/>
        <a:lstStyle/>
        <a:p>
          <a:r>
            <a:rPr lang="en-IN" dirty="0"/>
            <a:t>•</a:t>
          </a:r>
          <a:r>
            <a:rPr lang="en-US" dirty="0"/>
            <a:t>Diet factors show minimal direct influence on fitness outcomes in this dataset</a:t>
          </a:r>
          <a:r>
            <a:rPr lang="en-IN" dirty="0"/>
            <a:t>.</a:t>
          </a:r>
        </a:p>
      </dgm:t>
    </dgm:pt>
    <dgm:pt modelId="{E9DB668A-D74A-4091-8746-5C33F484F1A6}" type="parTrans" cxnId="{B957BD95-3619-41BC-9455-C4D003A97995}">
      <dgm:prSet/>
      <dgm:spPr/>
      <dgm:t>
        <a:bodyPr/>
        <a:lstStyle/>
        <a:p>
          <a:endParaRPr lang="en-IN"/>
        </a:p>
      </dgm:t>
    </dgm:pt>
    <dgm:pt modelId="{F3F69E81-1BB3-476C-88FD-0886C6347B20}" type="sibTrans" cxnId="{B957BD95-3619-41BC-9455-C4D003A97995}">
      <dgm:prSet/>
      <dgm:spPr/>
      <dgm:t>
        <a:bodyPr/>
        <a:lstStyle/>
        <a:p>
          <a:endParaRPr lang="en-IN"/>
        </a:p>
      </dgm:t>
    </dgm:pt>
    <dgm:pt modelId="{423EAC8E-3A2C-40C4-81BF-525A6ABEB5C3}">
      <dgm:prSet>
        <dgm:style>
          <a:lnRef idx="2">
            <a:schemeClr val="dk1"/>
          </a:lnRef>
          <a:fillRef idx="1">
            <a:schemeClr val="lt1"/>
          </a:fillRef>
          <a:effectRef idx="0">
            <a:schemeClr val="dk1"/>
          </a:effectRef>
          <a:fontRef idx="minor">
            <a:schemeClr val="dk1"/>
          </a:fontRef>
        </dgm:style>
      </dgm:prSet>
      <dgm:spPr/>
      <dgm:t>
        <a:bodyPr/>
        <a:lstStyle/>
        <a:p>
          <a:r>
            <a:rPr lang="en-IN" dirty="0"/>
            <a:t>•</a:t>
          </a:r>
          <a:r>
            <a:rPr lang="en-US" dirty="0"/>
            <a:t>Exercise habits (frequency and duration) are the key drivers of improved performance</a:t>
          </a:r>
          <a:r>
            <a:rPr lang="en-IN" dirty="0"/>
            <a:t>.</a:t>
          </a:r>
        </a:p>
      </dgm:t>
    </dgm:pt>
    <dgm:pt modelId="{6E8FA85D-B39B-41FC-BA54-5E992F85C13E}" type="parTrans" cxnId="{82D4D509-EB2F-4721-90F2-8727D0053477}">
      <dgm:prSet/>
      <dgm:spPr/>
      <dgm:t>
        <a:bodyPr/>
        <a:lstStyle/>
        <a:p>
          <a:endParaRPr lang="en-IN"/>
        </a:p>
      </dgm:t>
    </dgm:pt>
    <dgm:pt modelId="{E0C6430C-3CAC-42C8-A72D-E948072852E7}" type="sibTrans" cxnId="{82D4D509-EB2F-4721-90F2-8727D0053477}">
      <dgm:prSet/>
      <dgm:spPr/>
      <dgm:t>
        <a:bodyPr/>
        <a:lstStyle/>
        <a:p>
          <a:endParaRPr lang="en-IN"/>
        </a:p>
      </dgm:t>
    </dgm:pt>
    <dgm:pt modelId="{FF59E6FC-BF4D-4ACA-A8F1-B74C97C11633}">
      <dgm:prSet>
        <dgm:style>
          <a:lnRef idx="2">
            <a:schemeClr val="dk1"/>
          </a:lnRef>
          <a:fillRef idx="1">
            <a:schemeClr val="lt1"/>
          </a:fillRef>
          <a:effectRef idx="0">
            <a:schemeClr val="dk1"/>
          </a:effectRef>
          <a:fontRef idx="minor">
            <a:schemeClr val="dk1"/>
          </a:fontRef>
        </dgm:style>
      </dgm:prSet>
      <dgm:spPr/>
      <dgm:t>
        <a:bodyPr/>
        <a:lstStyle/>
        <a:p>
          <a:r>
            <a:rPr lang="en-IN" dirty="0"/>
            <a:t>•</a:t>
          </a:r>
          <a:r>
            <a:rPr lang="en-US" dirty="0"/>
            <a:t>Balanced diet with controlled sugar intake supports overall calorie management</a:t>
          </a:r>
          <a:r>
            <a:rPr lang="en-IN" dirty="0"/>
            <a:t>.</a:t>
          </a:r>
        </a:p>
      </dgm:t>
    </dgm:pt>
    <dgm:pt modelId="{33F04960-284B-4EF8-AFE6-AE0C318BA1BA}" type="parTrans" cxnId="{72ECBA93-A578-4DEB-82D4-A8DCF7DD73DD}">
      <dgm:prSet/>
      <dgm:spPr/>
      <dgm:t>
        <a:bodyPr/>
        <a:lstStyle/>
        <a:p>
          <a:endParaRPr lang="en-IN"/>
        </a:p>
      </dgm:t>
    </dgm:pt>
    <dgm:pt modelId="{55833F19-B8A9-4308-B783-73494B525F65}" type="sibTrans" cxnId="{72ECBA93-A578-4DEB-82D4-A8DCF7DD73DD}">
      <dgm:prSet/>
      <dgm:spPr/>
      <dgm:t>
        <a:bodyPr/>
        <a:lstStyle/>
        <a:p>
          <a:endParaRPr lang="en-IN"/>
        </a:p>
      </dgm:t>
    </dgm:pt>
    <dgm:pt modelId="{EE2F37D5-CF22-4CAC-90F0-6BBC4370551A}">
      <dgm:prSet>
        <dgm:style>
          <a:lnRef idx="2">
            <a:schemeClr val="dk1"/>
          </a:lnRef>
          <a:fillRef idx="1">
            <a:schemeClr val="lt1"/>
          </a:fillRef>
          <a:effectRef idx="0">
            <a:schemeClr val="dk1"/>
          </a:effectRef>
          <a:fontRef idx="minor">
            <a:schemeClr val="dk1"/>
          </a:fontRef>
        </dgm:style>
      </dgm:prSet>
      <dgm:spPr/>
      <dgm:t>
        <a:bodyPr/>
        <a:lstStyle/>
        <a:p>
          <a:r>
            <a:rPr lang="en-IN" dirty="0"/>
            <a:t>• Future work: Include sleep, hydration, and stress data for deeper insights.</a:t>
          </a:r>
        </a:p>
      </dgm:t>
    </dgm:pt>
    <dgm:pt modelId="{8F3649F7-A4AE-4B3E-8C89-841A7820A3CC}" type="parTrans" cxnId="{0933263C-796F-4598-A669-09712278A4A2}">
      <dgm:prSet/>
      <dgm:spPr/>
      <dgm:t>
        <a:bodyPr/>
        <a:lstStyle/>
        <a:p>
          <a:endParaRPr lang="en-IN"/>
        </a:p>
      </dgm:t>
    </dgm:pt>
    <dgm:pt modelId="{4A3DA415-3F5E-4DFC-B136-71BD4BA058FA}" type="sibTrans" cxnId="{0933263C-796F-4598-A669-09712278A4A2}">
      <dgm:prSet/>
      <dgm:spPr/>
      <dgm:t>
        <a:bodyPr/>
        <a:lstStyle/>
        <a:p>
          <a:endParaRPr lang="en-IN"/>
        </a:p>
      </dgm:t>
    </dgm:pt>
    <dgm:pt modelId="{D5026F07-2013-44CE-834C-D0EDF2D3A27D}">
      <dgm:prSet>
        <dgm:style>
          <a:lnRef idx="2">
            <a:schemeClr val="dk1"/>
          </a:lnRef>
          <a:fillRef idx="1">
            <a:schemeClr val="lt1"/>
          </a:fillRef>
          <a:effectRef idx="0">
            <a:schemeClr val="dk1"/>
          </a:effectRef>
          <a:fontRef idx="minor">
            <a:schemeClr val="dk1"/>
          </a:fontRef>
        </dgm:style>
      </dgm:prSet>
      <dgm:spPr/>
      <dgm:t>
        <a:bodyPr/>
        <a:lstStyle/>
        <a:p>
          <a:r>
            <a:rPr lang="en-IN" dirty="0"/>
            <a:t>•</a:t>
          </a:r>
          <a:r>
            <a:rPr lang="en-US" dirty="0"/>
            <a:t>Regular exercise impacts fitness more than diet balance.</a:t>
          </a:r>
          <a:endParaRPr lang="en-IN" dirty="0"/>
        </a:p>
      </dgm:t>
    </dgm:pt>
    <dgm:pt modelId="{AEE0DD4B-61AC-4BD3-9EAB-514C7999DF07}" type="parTrans" cxnId="{0FFA21CC-C126-4076-9F34-C4B0E8AB3CC1}">
      <dgm:prSet/>
      <dgm:spPr/>
      <dgm:t>
        <a:bodyPr/>
        <a:lstStyle/>
        <a:p>
          <a:endParaRPr lang="en-IN"/>
        </a:p>
      </dgm:t>
    </dgm:pt>
    <dgm:pt modelId="{30B188CD-3FB4-4D06-B376-2799C0A8FBEC}" type="sibTrans" cxnId="{0FFA21CC-C126-4076-9F34-C4B0E8AB3CC1}">
      <dgm:prSet/>
      <dgm:spPr/>
      <dgm:t>
        <a:bodyPr/>
        <a:lstStyle/>
        <a:p>
          <a:endParaRPr lang="en-IN"/>
        </a:p>
      </dgm:t>
    </dgm:pt>
    <dgm:pt modelId="{0B16B2FB-BFB2-417F-8B1D-D630B9D3B0FB}" type="pres">
      <dgm:prSet presAssocID="{0BF94912-E404-410D-99F2-0120489A6BBC}" presName="linear" presStyleCnt="0">
        <dgm:presLayoutVars>
          <dgm:animLvl val="lvl"/>
          <dgm:resizeHandles val="exact"/>
        </dgm:presLayoutVars>
      </dgm:prSet>
      <dgm:spPr/>
    </dgm:pt>
    <dgm:pt modelId="{4F06BB0D-A940-4D4F-ADFB-401319971A9D}" type="pres">
      <dgm:prSet presAssocID="{DD6530BD-6573-4BB9-A8DF-2F50AC5FB1E4}" presName="parentText" presStyleLbl="node1" presStyleIdx="0" presStyleCnt="5">
        <dgm:presLayoutVars>
          <dgm:chMax val="0"/>
          <dgm:bulletEnabled val="1"/>
        </dgm:presLayoutVars>
      </dgm:prSet>
      <dgm:spPr/>
    </dgm:pt>
    <dgm:pt modelId="{BA6A93F8-6F90-479E-A1ED-1EC2BE527122}" type="pres">
      <dgm:prSet presAssocID="{F3F69E81-1BB3-476C-88FD-0886C6347B20}" presName="spacer" presStyleCnt="0"/>
      <dgm:spPr/>
    </dgm:pt>
    <dgm:pt modelId="{D418D486-57F7-458D-AA25-5D40AB0C6C47}" type="pres">
      <dgm:prSet presAssocID="{423EAC8E-3A2C-40C4-81BF-525A6ABEB5C3}" presName="parentText" presStyleLbl="node1" presStyleIdx="1" presStyleCnt="5">
        <dgm:presLayoutVars>
          <dgm:chMax val="0"/>
          <dgm:bulletEnabled val="1"/>
        </dgm:presLayoutVars>
      </dgm:prSet>
      <dgm:spPr/>
    </dgm:pt>
    <dgm:pt modelId="{E425AA11-61BC-4C34-AB29-8500ADACF280}" type="pres">
      <dgm:prSet presAssocID="{E0C6430C-3CAC-42C8-A72D-E948072852E7}" presName="spacer" presStyleCnt="0"/>
      <dgm:spPr/>
    </dgm:pt>
    <dgm:pt modelId="{F104CFA4-8DA5-4EC3-BC13-CB88FCA7C14E}" type="pres">
      <dgm:prSet presAssocID="{FF59E6FC-BF4D-4ACA-A8F1-B74C97C11633}" presName="parentText" presStyleLbl="node1" presStyleIdx="2" presStyleCnt="5">
        <dgm:presLayoutVars>
          <dgm:chMax val="0"/>
          <dgm:bulletEnabled val="1"/>
        </dgm:presLayoutVars>
      </dgm:prSet>
      <dgm:spPr/>
    </dgm:pt>
    <dgm:pt modelId="{6F1FA575-C57B-42D4-A9C3-5A4527837FE4}" type="pres">
      <dgm:prSet presAssocID="{55833F19-B8A9-4308-B783-73494B525F65}" presName="spacer" presStyleCnt="0"/>
      <dgm:spPr/>
    </dgm:pt>
    <dgm:pt modelId="{9D397A63-4FBE-44DD-898F-B962E5F8D32D}" type="pres">
      <dgm:prSet presAssocID="{D5026F07-2013-44CE-834C-D0EDF2D3A27D}" presName="parentText" presStyleLbl="node1" presStyleIdx="3" presStyleCnt="5">
        <dgm:presLayoutVars>
          <dgm:chMax val="0"/>
          <dgm:bulletEnabled val="1"/>
        </dgm:presLayoutVars>
      </dgm:prSet>
      <dgm:spPr/>
    </dgm:pt>
    <dgm:pt modelId="{8A43532C-C950-48A8-A79E-30FB450190CC}" type="pres">
      <dgm:prSet presAssocID="{30B188CD-3FB4-4D06-B376-2799C0A8FBEC}" presName="spacer" presStyleCnt="0"/>
      <dgm:spPr/>
    </dgm:pt>
    <dgm:pt modelId="{D5EE92C3-5F85-4EF6-A820-8FFB25BD9C52}" type="pres">
      <dgm:prSet presAssocID="{EE2F37D5-CF22-4CAC-90F0-6BBC4370551A}" presName="parentText" presStyleLbl="node1" presStyleIdx="4" presStyleCnt="5">
        <dgm:presLayoutVars>
          <dgm:chMax val="0"/>
          <dgm:bulletEnabled val="1"/>
        </dgm:presLayoutVars>
      </dgm:prSet>
      <dgm:spPr/>
    </dgm:pt>
  </dgm:ptLst>
  <dgm:cxnLst>
    <dgm:cxn modelId="{82D4D509-EB2F-4721-90F2-8727D0053477}" srcId="{0BF94912-E404-410D-99F2-0120489A6BBC}" destId="{423EAC8E-3A2C-40C4-81BF-525A6ABEB5C3}" srcOrd="1" destOrd="0" parTransId="{6E8FA85D-B39B-41FC-BA54-5E992F85C13E}" sibTransId="{E0C6430C-3CAC-42C8-A72D-E948072852E7}"/>
    <dgm:cxn modelId="{0933263C-796F-4598-A669-09712278A4A2}" srcId="{0BF94912-E404-410D-99F2-0120489A6BBC}" destId="{EE2F37D5-CF22-4CAC-90F0-6BBC4370551A}" srcOrd="4" destOrd="0" parTransId="{8F3649F7-A4AE-4B3E-8C89-841A7820A3CC}" sibTransId="{4A3DA415-3F5E-4DFC-B136-71BD4BA058FA}"/>
    <dgm:cxn modelId="{549DA13D-B754-4F8B-BB08-FDEF58692AC6}" type="presOf" srcId="{DD6530BD-6573-4BB9-A8DF-2F50AC5FB1E4}" destId="{4F06BB0D-A940-4D4F-ADFB-401319971A9D}" srcOrd="0" destOrd="0" presId="urn:microsoft.com/office/officeart/2005/8/layout/vList2"/>
    <dgm:cxn modelId="{106A0752-C086-4D83-9558-F204211E89B2}" type="presOf" srcId="{FF59E6FC-BF4D-4ACA-A8F1-B74C97C11633}" destId="{F104CFA4-8DA5-4EC3-BC13-CB88FCA7C14E}" srcOrd="0" destOrd="0" presId="urn:microsoft.com/office/officeart/2005/8/layout/vList2"/>
    <dgm:cxn modelId="{72ECBA93-A578-4DEB-82D4-A8DCF7DD73DD}" srcId="{0BF94912-E404-410D-99F2-0120489A6BBC}" destId="{FF59E6FC-BF4D-4ACA-A8F1-B74C97C11633}" srcOrd="2" destOrd="0" parTransId="{33F04960-284B-4EF8-AFE6-AE0C318BA1BA}" sibTransId="{55833F19-B8A9-4308-B783-73494B525F65}"/>
    <dgm:cxn modelId="{B957BD95-3619-41BC-9455-C4D003A97995}" srcId="{0BF94912-E404-410D-99F2-0120489A6BBC}" destId="{DD6530BD-6573-4BB9-A8DF-2F50AC5FB1E4}" srcOrd="0" destOrd="0" parTransId="{E9DB668A-D74A-4091-8746-5C33F484F1A6}" sibTransId="{F3F69E81-1BB3-476C-88FD-0886C6347B20}"/>
    <dgm:cxn modelId="{EDC8A59D-7CDA-4936-BDCE-B2397A6B426C}" type="presOf" srcId="{D5026F07-2013-44CE-834C-D0EDF2D3A27D}" destId="{9D397A63-4FBE-44DD-898F-B962E5F8D32D}" srcOrd="0" destOrd="0" presId="urn:microsoft.com/office/officeart/2005/8/layout/vList2"/>
    <dgm:cxn modelId="{0FFA21CC-C126-4076-9F34-C4B0E8AB3CC1}" srcId="{0BF94912-E404-410D-99F2-0120489A6BBC}" destId="{D5026F07-2013-44CE-834C-D0EDF2D3A27D}" srcOrd="3" destOrd="0" parTransId="{AEE0DD4B-61AC-4BD3-9EAB-514C7999DF07}" sibTransId="{30B188CD-3FB4-4D06-B376-2799C0A8FBEC}"/>
    <dgm:cxn modelId="{4949D9D7-5627-4107-BFBA-67A64D8B3DDB}" type="presOf" srcId="{0BF94912-E404-410D-99F2-0120489A6BBC}" destId="{0B16B2FB-BFB2-417F-8B1D-D630B9D3B0FB}" srcOrd="0" destOrd="0" presId="urn:microsoft.com/office/officeart/2005/8/layout/vList2"/>
    <dgm:cxn modelId="{7ED0D5EF-2F98-498F-9D35-F19F3B4321A5}" type="presOf" srcId="{423EAC8E-3A2C-40C4-81BF-525A6ABEB5C3}" destId="{D418D486-57F7-458D-AA25-5D40AB0C6C47}" srcOrd="0" destOrd="0" presId="urn:microsoft.com/office/officeart/2005/8/layout/vList2"/>
    <dgm:cxn modelId="{E6C0F9FC-8F36-40EE-934E-B89DEC7DDE04}" type="presOf" srcId="{EE2F37D5-CF22-4CAC-90F0-6BBC4370551A}" destId="{D5EE92C3-5F85-4EF6-A820-8FFB25BD9C52}" srcOrd="0" destOrd="0" presId="urn:microsoft.com/office/officeart/2005/8/layout/vList2"/>
    <dgm:cxn modelId="{B14E4AB6-E721-49AB-B1B2-A6F3E8D1074B}" type="presParOf" srcId="{0B16B2FB-BFB2-417F-8B1D-D630B9D3B0FB}" destId="{4F06BB0D-A940-4D4F-ADFB-401319971A9D}" srcOrd="0" destOrd="0" presId="urn:microsoft.com/office/officeart/2005/8/layout/vList2"/>
    <dgm:cxn modelId="{B8BC9C6B-3ED7-4304-A5AD-6CD9FFC5DA95}" type="presParOf" srcId="{0B16B2FB-BFB2-417F-8B1D-D630B9D3B0FB}" destId="{BA6A93F8-6F90-479E-A1ED-1EC2BE527122}" srcOrd="1" destOrd="0" presId="urn:microsoft.com/office/officeart/2005/8/layout/vList2"/>
    <dgm:cxn modelId="{B200CC7E-8CC3-4935-AA94-E32195934CE9}" type="presParOf" srcId="{0B16B2FB-BFB2-417F-8B1D-D630B9D3B0FB}" destId="{D418D486-57F7-458D-AA25-5D40AB0C6C47}" srcOrd="2" destOrd="0" presId="urn:microsoft.com/office/officeart/2005/8/layout/vList2"/>
    <dgm:cxn modelId="{3FDD7AEB-7463-4222-97C4-24C1853F01A1}" type="presParOf" srcId="{0B16B2FB-BFB2-417F-8B1D-D630B9D3B0FB}" destId="{E425AA11-61BC-4C34-AB29-8500ADACF280}" srcOrd="3" destOrd="0" presId="urn:microsoft.com/office/officeart/2005/8/layout/vList2"/>
    <dgm:cxn modelId="{22083815-B9E7-442C-B344-53604465BF4A}" type="presParOf" srcId="{0B16B2FB-BFB2-417F-8B1D-D630B9D3B0FB}" destId="{F104CFA4-8DA5-4EC3-BC13-CB88FCA7C14E}" srcOrd="4" destOrd="0" presId="urn:microsoft.com/office/officeart/2005/8/layout/vList2"/>
    <dgm:cxn modelId="{87984146-9DD4-4982-AB53-E64B88EB053B}" type="presParOf" srcId="{0B16B2FB-BFB2-417F-8B1D-D630B9D3B0FB}" destId="{6F1FA575-C57B-42D4-A9C3-5A4527837FE4}" srcOrd="5" destOrd="0" presId="urn:microsoft.com/office/officeart/2005/8/layout/vList2"/>
    <dgm:cxn modelId="{0B386CB1-F7A4-402F-BDB0-AFE6B47C45AB}" type="presParOf" srcId="{0B16B2FB-BFB2-417F-8B1D-D630B9D3B0FB}" destId="{9D397A63-4FBE-44DD-898F-B962E5F8D32D}" srcOrd="6" destOrd="0" presId="urn:microsoft.com/office/officeart/2005/8/layout/vList2"/>
    <dgm:cxn modelId="{8D99F41C-530D-420F-A325-438F5BFDEE50}" type="presParOf" srcId="{0B16B2FB-BFB2-417F-8B1D-D630B9D3B0FB}" destId="{8A43532C-C950-48A8-A79E-30FB450190CC}" srcOrd="7" destOrd="0" presId="urn:microsoft.com/office/officeart/2005/8/layout/vList2"/>
    <dgm:cxn modelId="{C6E09DFC-D0A4-40C7-AA1F-885A61A3B77B}" type="presParOf" srcId="{0B16B2FB-BFB2-417F-8B1D-D630B9D3B0FB}" destId="{D5EE92C3-5F85-4EF6-A820-8FFB25BD9C52}"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04EDBB1C-77C3-4229-9BB4-9F0F08E0966C}"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IN"/>
        </a:p>
      </dgm:t>
    </dgm:pt>
    <dgm:pt modelId="{1B6D0D88-C72C-49CA-9E8C-68FB80C8534A}">
      <dgm:prSet/>
      <dgm:spPr/>
      <dgm:t>
        <a:bodyPr/>
        <a:lstStyle/>
        <a:p>
          <a:r>
            <a:rPr lang="en-IN"/>
            <a:t>• Kaggle Datasets:</a:t>
          </a:r>
        </a:p>
      </dgm:t>
    </dgm:pt>
    <dgm:pt modelId="{342A4608-A49A-4E06-BF1A-2EB7261DCB29}" type="parTrans" cxnId="{89CACBA6-68BB-4437-905B-8E960322A496}">
      <dgm:prSet/>
      <dgm:spPr/>
      <dgm:t>
        <a:bodyPr/>
        <a:lstStyle/>
        <a:p>
          <a:endParaRPr lang="en-IN"/>
        </a:p>
      </dgm:t>
    </dgm:pt>
    <dgm:pt modelId="{505A2889-97A7-4ECB-8C0C-734877C061A1}" type="sibTrans" cxnId="{89CACBA6-68BB-4437-905B-8E960322A496}">
      <dgm:prSet/>
      <dgm:spPr/>
      <dgm:t>
        <a:bodyPr/>
        <a:lstStyle/>
        <a:p>
          <a:endParaRPr lang="en-IN"/>
        </a:p>
      </dgm:t>
    </dgm:pt>
    <dgm:pt modelId="{58C956F8-CD8B-4227-81D9-29CD83C831E6}">
      <dgm:prSet/>
      <dgm:spPr/>
      <dgm:t>
        <a:bodyPr/>
        <a:lstStyle/>
        <a:p>
          <a:r>
            <a:rPr lang="en-IN" dirty="0"/>
            <a:t>- Daily Food Nutrition Dataset</a:t>
          </a:r>
        </a:p>
      </dgm:t>
    </dgm:pt>
    <dgm:pt modelId="{91D1A33A-FC4E-4F69-BE75-42FF32DC7E2D}" type="parTrans" cxnId="{7A7D2932-9DA3-433F-8D27-91894B33A5AC}">
      <dgm:prSet/>
      <dgm:spPr/>
      <dgm:t>
        <a:bodyPr/>
        <a:lstStyle/>
        <a:p>
          <a:endParaRPr lang="en-IN"/>
        </a:p>
      </dgm:t>
    </dgm:pt>
    <dgm:pt modelId="{2B516288-C831-4E28-8642-3E15CB909D4D}" type="sibTrans" cxnId="{7A7D2932-9DA3-433F-8D27-91894B33A5AC}">
      <dgm:prSet/>
      <dgm:spPr/>
      <dgm:t>
        <a:bodyPr/>
        <a:lstStyle/>
        <a:p>
          <a:endParaRPr lang="en-IN"/>
        </a:p>
      </dgm:t>
    </dgm:pt>
    <dgm:pt modelId="{C43C71AD-CBDC-41E2-98C4-FD19F5FD1ADA}">
      <dgm:prSet/>
      <dgm:spPr/>
      <dgm:t>
        <a:bodyPr/>
        <a:lstStyle/>
        <a:p>
          <a:r>
            <a:rPr lang="en-IN"/>
            <a:t>- Gym Members Exercise Tracking</a:t>
          </a:r>
        </a:p>
      </dgm:t>
    </dgm:pt>
    <dgm:pt modelId="{22EDEA9E-21A8-4959-87A7-22F81650D1C4}" type="parTrans" cxnId="{52F236AB-4369-4E6D-AF88-FD5542891083}">
      <dgm:prSet/>
      <dgm:spPr/>
      <dgm:t>
        <a:bodyPr/>
        <a:lstStyle/>
        <a:p>
          <a:endParaRPr lang="en-IN"/>
        </a:p>
      </dgm:t>
    </dgm:pt>
    <dgm:pt modelId="{548BF8B1-61A4-498A-8648-C76A0295460A}" type="sibTrans" cxnId="{52F236AB-4369-4E6D-AF88-FD5542891083}">
      <dgm:prSet/>
      <dgm:spPr/>
      <dgm:t>
        <a:bodyPr/>
        <a:lstStyle/>
        <a:p>
          <a:endParaRPr lang="en-IN"/>
        </a:p>
      </dgm:t>
    </dgm:pt>
    <dgm:pt modelId="{8138DACA-F279-4F17-ABB5-0EF235AB6C03}">
      <dgm:prSet/>
      <dgm:spPr/>
      <dgm:t>
        <a:bodyPr/>
        <a:lstStyle/>
        <a:p>
          <a:r>
            <a:rPr lang="en-IN"/>
            <a:t>• Python Libraries: pandas, matplotlib, seaborn,      	                                                numpy, python</a:t>
          </a:r>
        </a:p>
      </dgm:t>
    </dgm:pt>
    <dgm:pt modelId="{C45B33A0-C73B-458F-81B8-8034F8CC411C}" type="parTrans" cxnId="{05D1BD52-5605-4D73-92B2-F8D4BB374179}">
      <dgm:prSet/>
      <dgm:spPr/>
      <dgm:t>
        <a:bodyPr/>
        <a:lstStyle/>
        <a:p>
          <a:endParaRPr lang="en-IN"/>
        </a:p>
      </dgm:t>
    </dgm:pt>
    <dgm:pt modelId="{9D4B5560-E967-4AF4-816C-C4EFD08EB98F}" type="sibTrans" cxnId="{05D1BD52-5605-4D73-92B2-F8D4BB374179}">
      <dgm:prSet/>
      <dgm:spPr/>
      <dgm:t>
        <a:bodyPr/>
        <a:lstStyle/>
        <a:p>
          <a:endParaRPr lang="en-IN"/>
        </a:p>
      </dgm:t>
    </dgm:pt>
    <dgm:pt modelId="{B42E8BCD-890D-484E-B5FD-4A9C8EAD53D9}" type="pres">
      <dgm:prSet presAssocID="{04EDBB1C-77C3-4229-9BB4-9F0F08E0966C}" presName="vert0" presStyleCnt="0">
        <dgm:presLayoutVars>
          <dgm:dir/>
          <dgm:animOne val="branch"/>
          <dgm:animLvl val="lvl"/>
        </dgm:presLayoutVars>
      </dgm:prSet>
      <dgm:spPr/>
    </dgm:pt>
    <dgm:pt modelId="{E2CC0A48-11ED-45C3-BEFF-952F026C568F}" type="pres">
      <dgm:prSet presAssocID="{1B6D0D88-C72C-49CA-9E8C-68FB80C8534A}" presName="thickLine" presStyleLbl="alignNode1" presStyleIdx="0" presStyleCnt="4"/>
      <dgm:spPr/>
    </dgm:pt>
    <dgm:pt modelId="{4FECC057-C9FB-4DE4-B121-4180F066FE73}" type="pres">
      <dgm:prSet presAssocID="{1B6D0D88-C72C-49CA-9E8C-68FB80C8534A}" presName="horz1" presStyleCnt="0"/>
      <dgm:spPr/>
    </dgm:pt>
    <dgm:pt modelId="{E2863674-F2E7-4648-8D6C-B9E5D00F738A}" type="pres">
      <dgm:prSet presAssocID="{1B6D0D88-C72C-49CA-9E8C-68FB80C8534A}" presName="tx1" presStyleLbl="revTx" presStyleIdx="0" presStyleCnt="4"/>
      <dgm:spPr/>
    </dgm:pt>
    <dgm:pt modelId="{C1AF81C5-31CD-4A7E-A2ED-A2CB1870BAD3}" type="pres">
      <dgm:prSet presAssocID="{1B6D0D88-C72C-49CA-9E8C-68FB80C8534A}" presName="vert1" presStyleCnt="0"/>
      <dgm:spPr/>
    </dgm:pt>
    <dgm:pt modelId="{37B12739-0C0D-4F54-9920-F9CA3D245567}" type="pres">
      <dgm:prSet presAssocID="{58C956F8-CD8B-4227-81D9-29CD83C831E6}" presName="thickLine" presStyleLbl="alignNode1" presStyleIdx="1" presStyleCnt="4"/>
      <dgm:spPr/>
    </dgm:pt>
    <dgm:pt modelId="{8A4D7215-C7A9-42E5-91A5-6C8DD04CBA15}" type="pres">
      <dgm:prSet presAssocID="{58C956F8-CD8B-4227-81D9-29CD83C831E6}" presName="horz1" presStyleCnt="0"/>
      <dgm:spPr/>
    </dgm:pt>
    <dgm:pt modelId="{32161A38-110B-4F06-9E06-A70D2270D72F}" type="pres">
      <dgm:prSet presAssocID="{58C956F8-CD8B-4227-81D9-29CD83C831E6}" presName="tx1" presStyleLbl="revTx" presStyleIdx="1" presStyleCnt="4"/>
      <dgm:spPr/>
    </dgm:pt>
    <dgm:pt modelId="{F7F7D64A-4651-4C82-B061-73630E62C237}" type="pres">
      <dgm:prSet presAssocID="{58C956F8-CD8B-4227-81D9-29CD83C831E6}" presName="vert1" presStyleCnt="0"/>
      <dgm:spPr/>
    </dgm:pt>
    <dgm:pt modelId="{0E72BDDA-CE07-4A51-9384-D2A473E46ACF}" type="pres">
      <dgm:prSet presAssocID="{C43C71AD-CBDC-41E2-98C4-FD19F5FD1ADA}" presName="thickLine" presStyleLbl="alignNode1" presStyleIdx="2" presStyleCnt="4"/>
      <dgm:spPr/>
    </dgm:pt>
    <dgm:pt modelId="{CC661BF7-1306-45D7-A23A-686C705C1D61}" type="pres">
      <dgm:prSet presAssocID="{C43C71AD-CBDC-41E2-98C4-FD19F5FD1ADA}" presName="horz1" presStyleCnt="0"/>
      <dgm:spPr/>
    </dgm:pt>
    <dgm:pt modelId="{4EEF34B7-4CE5-4369-B653-F88801F80812}" type="pres">
      <dgm:prSet presAssocID="{C43C71AD-CBDC-41E2-98C4-FD19F5FD1ADA}" presName="tx1" presStyleLbl="revTx" presStyleIdx="2" presStyleCnt="4"/>
      <dgm:spPr/>
    </dgm:pt>
    <dgm:pt modelId="{26BE84AE-F9CE-47D9-B199-C441A60CD8CC}" type="pres">
      <dgm:prSet presAssocID="{C43C71AD-CBDC-41E2-98C4-FD19F5FD1ADA}" presName="vert1" presStyleCnt="0"/>
      <dgm:spPr/>
    </dgm:pt>
    <dgm:pt modelId="{304725EA-3A29-41CE-8F7F-5D1C6F1ADF95}" type="pres">
      <dgm:prSet presAssocID="{8138DACA-F279-4F17-ABB5-0EF235AB6C03}" presName="thickLine" presStyleLbl="alignNode1" presStyleIdx="3" presStyleCnt="4"/>
      <dgm:spPr/>
    </dgm:pt>
    <dgm:pt modelId="{0C1F4B12-21D3-4E4F-91BD-66FA7D312793}" type="pres">
      <dgm:prSet presAssocID="{8138DACA-F279-4F17-ABB5-0EF235AB6C03}" presName="horz1" presStyleCnt="0"/>
      <dgm:spPr/>
    </dgm:pt>
    <dgm:pt modelId="{67603D4B-8CCB-481B-AB78-96600F674B89}" type="pres">
      <dgm:prSet presAssocID="{8138DACA-F279-4F17-ABB5-0EF235AB6C03}" presName="tx1" presStyleLbl="revTx" presStyleIdx="3" presStyleCnt="4"/>
      <dgm:spPr/>
    </dgm:pt>
    <dgm:pt modelId="{2887E5D1-58AD-4014-9E83-8457971622C1}" type="pres">
      <dgm:prSet presAssocID="{8138DACA-F279-4F17-ABB5-0EF235AB6C03}" presName="vert1" presStyleCnt="0"/>
      <dgm:spPr/>
    </dgm:pt>
  </dgm:ptLst>
  <dgm:cxnLst>
    <dgm:cxn modelId="{6369A803-CF89-4AF8-90CB-1C8614629E39}" type="presOf" srcId="{04EDBB1C-77C3-4229-9BB4-9F0F08E0966C}" destId="{B42E8BCD-890D-484E-B5FD-4A9C8EAD53D9}" srcOrd="0" destOrd="0" presId="urn:microsoft.com/office/officeart/2008/layout/LinedList"/>
    <dgm:cxn modelId="{7A7D2932-9DA3-433F-8D27-91894B33A5AC}" srcId="{04EDBB1C-77C3-4229-9BB4-9F0F08E0966C}" destId="{58C956F8-CD8B-4227-81D9-29CD83C831E6}" srcOrd="1" destOrd="0" parTransId="{91D1A33A-FC4E-4F69-BE75-42FF32DC7E2D}" sibTransId="{2B516288-C831-4E28-8642-3E15CB909D4D}"/>
    <dgm:cxn modelId="{804C0870-1997-4ECB-841F-C1A772A0568F}" type="presOf" srcId="{1B6D0D88-C72C-49CA-9E8C-68FB80C8534A}" destId="{E2863674-F2E7-4648-8D6C-B9E5D00F738A}" srcOrd="0" destOrd="0" presId="urn:microsoft.com/office/officeart/2008/layout/LinedList"/>
    <dgm:cxn modelId="{05D1BD52-5605-4D73-92B2-F8D4BB374179}" srcId="{04EDBB1C-77C3-4229-9BB4-9F0F08E0966C}" destId="{8138DACA-F279-4F17-ABB5-0EF235AB6C03}" srcOrd="3" destOrd="0" parTransId="{C45B33A0-C73B-458F-81B8-8034F8CC411C}" sibTransId="{9D4B5560-E967-4AF4-816C-C4EFD08EB98F}"/>
    <dgm:cxn modelId="{E4B9D9A2-B663-4D3F-9BC9-89D608187274}" type="presOf" srcId="{C43C71AD-CBDC-41E2-98C4-FD19F5FD1ADA}" destId="{4EEF34B7-4CE5-4369-B653-F88801F80812}" srcOrd="0" destOrd="0" presId="urn:microsoft.com/office/officeart/2008/layout/LinedList"/>
    <dgm:cxn modelId="{89CACBA6-68BB-4437-905B-8E960322A496}" srcId="{04EDBB1C-77C3-4229-9BB4-9F0F08E0966C}" destId="{1B6D0D88-C72C-49CA-9E8C-68FB80C8534A}" srcOrd="0" destOrd="0" parTransId="{342A4608-A49A-4E06-BF1A-2EB7261DCB29}" sibTransId="{505A2889-97A7-4ECB-8C0C-734877C061A1}"/>
    <dgm:cxn modelId="{52F236AB-4369-4E6D-AF88-FD5542891083}" srcId="{04EDBB1C-77C3-4229-9BB4-9F0F08E0966C}" destId="{C43C71AD-CBDC-41E2-98C4-FD19F5FD1ADA}" srcOrd="2" destOrd="0" parTransId="{22EDEA9E-21A8-4959-87A7-22F81650D1C4}" sibTransId="{548BF8B1-61A4-498A-8648-C76A0295460A}"/>
    <dgm:cxn modelId="{0FC757CC-7406-4800-8302-9EFCB6290015}" type="presOf" srcId="{8138DACA-F279-4F17-ABB5-0EF235AB6C03}" destId="{67603D4B-8CCB-481B-AB78-96600F674B89}" srcOrd="0" destOrd="0" presId="urn:microsoft.com/office/officeart/2008/layout/LinedList"/>
    <dgm:cxn modelId="{2F4A1FFE-0F39-48D4-82C1-D5FB432425FF}" type="presOf" srcId="{58C956F8-CD8B-4227-81D9-29CD83C831E6}" destId="{32161A38-110B-4F06-9E06-A70D2270D72F}" srcOrd="0" destOrd="0" presId="urn:microsoft.com/office/officeart/2008/layout/LinedList"/>
    <dgm:cxn modelId="{EF8C9EDF-B027-45FC-BC1A-502B897A4EDE}" type="presParOf" srcId="{B42E8BCD-890D-484E-B5FD-4A9C8EAD53D9}" destId="{E2CC0A48-11ED-45C3-BEFF-952F026C568F}" srcOrd="0" destOrd="0" presId="urn:microsoft.com/office/officeart/2008/layout/LinedList"/>
    <dgm:cxn modelId="{1EB30770-1852-41A2-9026-43E5C4457A88}" type="presParOf" srcId="{B42E8BCD-890D-484E-B5FD-4A9C8EAD53D9}" destId="{4FECC057-C9FB-4DE4-B121-4180F066FE73}" srcOrd="1" destOrd="0" presId="urn:microsoft.com/office/officeart/2008/layout/LinedList"/>
    <dgm:cxn modelId="{E5C2C83E-1BFB-42FC-BF6B-BF7A1373A33C}" type="presParOf" srcId="{4FECC057-C9FB-4DE4-B121-4180F066FE73}" destId="{E2863674-F2E7-4648-8D6C-B9E5D00F738A}" srcOrd="0" destOrd="0" presId="urn:microsoft.com/office/officeart/2008/layout/LinedList"/>
    <dgm:cxn modelId="{F5DFE49D-9FC3-4C35-9000-788C8C0E2673}" type="presParOf" srcId="{4FECC057-C9FB-4DE4-B121-4180F066FE73}" destId="{C1AF81C5-31CD-4A7E-A2ED-A2CB1870BAD3}" srcOrd="1" destOrd="0" presId="urn:microsoft.com/office/officeart/2008/layout/LinedList"/>
    <dgm:cxn modelId="{D296B064-84BA-46B9-8A95-B6D189D023F7}" type="presParOf" srcId="{B42E8BCD-890D-484E-B5FD-4A9C8EAD53D9}" destId="{37B12739-0C0D-4F54-9920-F9CA3D245567}" srcOrd="2" destOrd="0" presId="urn:microsoft.com/office/officeart/2008/layout/LinedList"/>
    <dgm:cxn modelId="{6984F59D-9A60-4407-8D4E-90DBB96A35F9}" type="presParOf" srcId="{B42E8BCD-890D-484E-B5FD-4A9C8EAD53D9}" destId="{8A4D7215-C7A9-42E5-91A5-6C8DD04CBA15}" srcOrd="3" destOrd="0" presId="urn:microsoft.com/office/officeart/2008/layout/LinedList"/>
    <dgm:cxn modelId="{E980573E-7974-42DB-8D59-5F27BFCC0B69}" type="presParOf" srcId="{8A4D7215-C7A9-42E5-91A5-6C8DD04CBA15}" destId="{32161A38-110B-4F06-9E06-A70D2270D72F}" srcOrd="0" destOrd="0" presId="urn:microsoft.com/office/officeart/2008/layout/LinedList"/>
    <dgm:cxn modelId="{E98C11A4-6B3A-4EF3-AB43-BE91601A49D0}" type="presParOf" srcId="{8A4D7215-C7A9-42E5-91A5-6C8DD04CBA15}" destId="{F7F7D64A-4651-4C82-B061-73630E62C237}" srcOrd="1" destOrd="0" presId="urn:microsoft.com/office/officeart/2008/layout/LinedList"/>
    <dgm:cxn modelId="{8D00F3D1-AC50-4ADF-BE42-D620A01CACEC}" type="presParOf" srcId="{B42E8BCD-890D-484E-B5FD-4A9C8EAD53D9}" destId="{0E72BDDA-CE07-4A51-9384-D2A473E46ACF}" srcOrd="4" destOrd="0" presId="urn:microsoft.com/office/officeart/2008/layout/LinedList"/>
    <dgm:cxn modelId="{25052E3D-F42E-4149-A887-C961F76F7760}" type="presParOf" srcId="{B42E8BCD-890D-484E-B5FD-4A9C8EAD53D9}" destId="{CC661BF7-1306-45D7-A23A-686C705C1D61}" srcOrd="5" destOrd="0" presId="urn:microsoft.com/office/officeart/2008/layout/LinedList"/>
    <dgm:cxn modelId="{B2253293-147F-48D5-AFA8-25A54DB8ACEF}" type="presParOf" srcId="{CC661BF7-1306-45D7-A23A-686C705C1D61}" destId="{4EEF34B7-4CE5-4369-B653-F88801F80812}" srcOrd="0" destOrd="0" presId="urn:microsoft.com/office/officeart/2008/layout/LinedList"/>
    <dgm:cxn modelId="{342B61AE-2405-4D3A-A107-5E81F71B14FF}" type="presParOf" srcId="{CC661BF7-1306-45D7-A23A-686C705C1D61}" destId="{26BE84AE-F9CE-47D9-B199-C441A60CD8CC}" srcOrd="1" destOrd="0" presId="urn:microsoft.com/office/officeart/2008/layout/LinedList"/>
    <dgm:cxn modelId="{A2E25E0F-C6D6-4DFA-8905-3E1939900716}" type="presParOf" srcId="{B42E8BCD-890D-484E-B5FD-4A9C8EAD53D9}" destId="{304725EA-3A29-41CE-8F7F-5D1C6F1ADF95}" srcOrd="6" destOrd="0" presId="urn:microsoft.com/office/officeart/2008/layout/LinedList"/>
    <dgm:cxn modelId="{90C74579-72DA-4E79-8C99-100C152EAEE3}" type="presParOf" srcId="{B42E8BCD-890D-484E-B5FD-4A9C8EAD53D9}" destId="{0C1F4B12-21D3-4E4F-91BD-66FA7D312793}" srcOrd="7" destOrd="0" presId="urn:microsoft.com/office/officeart/2008/layout/LinedList"/>
    <dgm:cxn modelId="{4FB6A5F6-8449-45A1-969C-CF6409C61FDD}" type="presParOf" srcId="{0C1F4B12-21D3-4E4F-91BD-66FA7D312793}" destId="{67603D4B-8CCB-481B-AB78-96600F674B89}" srcOrd="0" destOrd="0" presId="urn:microsoft.com/office/officeart/2008/layout/LinedList"/>
    <dgm:cxn modelId="{7558D5B9-7664-4D8F-85DD-DDE38D809D76}" type="presParOf" srcId="{0C1F4B12-21D3-4E4F-91BD-66FA7D312793}" destId="{2887E5D1-58AD-4014-9E83-8457971622C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05507CCF-8144-4264-B922-746C4DBED93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IN"/>
        </a:p>
      </dgm:t>
    </dgm:pt>
    <dgm:pt modelId="{AAA367B6-2D93-44D7-AE33-8B5FE71EC42F}">
      <dgm:prSet/>
      <dgm:spPr/>
      <dgm:t>
        <a:bodyPr/>
        <a:lstStyle/>
        <a:p>
          <a:pPr algn="ctr"/>
          <a:r>
            <a:rPr lang="en-US" dirty="0"/>
            <a:t>THANK YOU</a:t>
          </a:r>
          <a:endParaRPr lang="en-IN" dirty="0"/>
        </a:p>
      </dgm:t>
    </dgm:pt>
    <dgm:pt modelId="{FE75B967-06B4-429B-8E2F-4762EA678A43}" type="parTrans" cxnId="{80D9D697-26EB-4588-BB8C-B97C37C1AA45}">
      <dgm:prSet/>
      <dgm:spPr/>
      <dgm:t>
        <a:bodyPr/>
        <a:lstStyle/>
        <a:p>
          <a:endParaRPr lang="en-IN"/>
        </a:p>
      </dgm:t>
    </dgm:pt>
    <dgm:pt modelId="{88726414-AD25-4EB1-8101-CE3FFC921B02}" type="sibTrans" cxnId="{80D9D697-26EB-4588-BB8C-B97C37C1AA45}">
      <dgm:prSet/>
      <dgm:spPr/>
      <dgm:t>
        <a:bodyPr/>
        <a:lstStyle/>
        <a:p>
          <a:endParaRPr lang="en-IN"/>
        </a:p>
      </dgm:t>
    </dgm:pt>
    <dgm:pt modelId="{78D14397-8CCE-47E2-A0F9-E979C2D702CC}" type="pres">
      <dgm:prSet presAssocID="{05507CCF-8144-4264-B922-746C4DBED931}" presName="linear" presStyleCnt="0">
        <dgm:presLayoutVars>
          <dgm:animLvl val="lvl"/>
          <dgm:resizeHandles val="exact"/>
        </dgm:presLayoutVars>
      </dgm:prSet>
      <dgm:spPr/>
    </dgm:pt>
    <dgm:pt modelId="{BFBDC309-B48C-426B-9B86-D040352624E9}" type="pres">
      <dgm:prSet presAssocID="{AAA367B6-2D93-44D7-AE33-8B5FE71EC42F}" presName="parentText" presStyleLbl="node1" presStyleIdx="0" presStyleCnt="1">
        <dgm:presLayoutVars>
          <dgm:chMax val="0"/>
          <dgm:bulletEnabled val="1"/>
        </dgm:presLayoutVars>
      </dgm:prSet>
      <dgm:spPr/>
    </dgm:pt>
  </dgm:ptLst>
  <dgm:cxnLst>
    <dgm:cxn modelId="{44403E34-14D9-4BA6-A7AB-0F089631373B}" type="presOf" srcId="{AAA367B6-2D93-44D7-AE33-8B5FE71EC42F}" destId="{BFBDC309-B48C-426B-9B86-D040352624E9}" srcOrd="0" destOrd="0" presId="urn:microsoft.com/office/officeart/2005/8/layout/vList2"/>
    <dgm:cxn modelId="{562AEA8A-BAE6-444E-949D-9D242AC0FD31}" type="presOf" srcId="{05507CCF-8144-4264-B922-746C4DBED931}" destId="{78D14397-8CCE-47E2-A0F9-E979C2D702CC}" srcOrd="0" destOrd="0" presId="urn:microsoft.com/office/officeart/2005/8/layout/vList2"/>
    <dgm:cxn modelId="{80D9D697-26EB-4588-BB8C-B97C37C1AA45}" srcId="{05507CCF-8144-4264-B922-746C4DBED931}" destId="{AAA367B6-2D93-44D7-AE33-8B5FE71EC42F}" srcOrd="0" destOrd="0" parTransId="{FE75B967-06B4-429B-8E2F-4762EA678A43}" sibTransId="{88726414-AD25-4EB1-8101-CE3FFC921B02}"/>
    <dgm:cxn modelId="{C720D959-0D94-428F-A6B3-CC0CC5865C54}" type="presParOf" srcId="{78D14397-8CCE-47E2-A0F9-E979C2D702CC}" destId="{BFBDC309-B48C-426B-9B86-D040352624E9}"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624C36-A596-433C-B4F8-8CCFF3018CF8}">
      <dsp:nvSpPr>
        <dsp:cNvPr id="0" name=""/>
        <dsp:cNvSpPr/>
      </dsp:nvSpPr>
      <dsp:spPr>
        <a:xfrm>
          <a:off x="0" y="323931"/>
          <a:ext cx="8229600" cy="1233179"/>
        </a:xfrm>
        <a:prstGeom prst="roundRect">
          <a:avLst/>
        </a:prstGeom>
        <a:solidFill>
          <a:schemeClr val="tx2">
            <a:lumMod val="5000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IN" sz="3100" kern="1200"/>
            <a:t>• Nutrition and exercise together shape overall fitness and health.</a:t>
          </a:r>
        </a:p>
      </dsp:txBody>
      <dsp:txXfrm>
        <a:off x="60199" y="384130"/>
        <a:ext cx="8109202" cy="1112781"/>
      </dsp:txXfrm>
    </dsp:sp>
    <dsp:sp modelId="{488E8544-12B9-4650-9971-6BAA076431FA}">
      <dsp:nvSpPr>
        <dsp:cNvPr id="0" name=""/>
        <dsp:cNvSpPr/>
      </dsp:nvSpPr>
      <dsp:spPr>
        <a:xfrm>
          <a:off x="0" y="1646391"/>
          <a:ext cx="8229600" cy="1233179"/>
        </a:xfrm>
        <a:prstGeom prst="roundRect">
          <a:avLst/>
        </a:prstGeom>
        <a:solidFill>
          <a:schemeClr val="tx2">
            <a:lumMod val="50000"/>
          </a:schemeClr>
        </a:solidFill>
        <a:ln>
          <a:solidFill>
            <a:schemeClr val="tx1"/>
          </a:solid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IN" sz="3100" kern="1200" dirty="0"/>
            <a:t>• This study explores how dietary choices impact workout performance and body metrics.</a:t>
          </a:r>
        </a:p>
      </dsp:txBody>
      <dsp:txXfrm>
        <a:off x="60199" y="1706590"/>
        <a:ext cx="8109202" cy="1112781"/>
      </dsp:txXfrm>
    </dsp:sp>
    <dsp:sp modelId="{89031901-6B33-4F95-8AF6-FA6441F4DDFC}">
      <dsp:nvSpPr>
        <dsp:cNvPr id="0" name=""/>
        <dsp:cNvSpPr/>
      </dsp:nvSpPr>
      <dsp:spPr>
        <a:xfrm>
          <a:off x="0" y="2968851"/>
          <a:ext cx="8229600" cy="1233179"/>
        </a:xfrm>
        <a:prstGeom prst="roundRect">
          <a:avLst/>
        </a:prstGeom>
        <a:solidFill>
          <a:schemeClr val="tx2">
            <a:lumMod val="50000"/>
          </a:schemeClr>
        </a:solidFill>
        <a:ln>
          <a:solidFill>
            <a:schemeClr val="tx1"/>
          </a:solid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IN" sz="3100" kern="1200" dirty="0"/>
            <a:t>• The goal is to find patterns that help design effective, personalized health plans.</a:t>
          </a:r>
        </a:p>
      </dsp:txBody>
      <dsp:txXfrm>
        <a:off x="60199" y="3029050"/>
        <a:ext cx="8109202" cy="11127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C5EE35-5BAC-48C7-ABC3-42A68D9D7913}">
      <dsp:nvSpPr>
        <dsp:cNvPr id="0" name=""/>
        <dsp:cNvSpPr/>
      </dsp:nvSpPr>
      <dsp:spPr>
        <a:xfrm>
          <a:off x="0" y="62211"/>
          <a:ext cx="8229600" cy="4401540"/>
        </a:xfrm>
        <a:prstGeom prst="roundRect">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-&gt; People often face difficulty maintaining consistent fitness progress because the impact of dietary choices on exercise performance is not well understood. This study aims to investigate how  food composition and nutrient intake affect energy expenditure, body metrics, and overall workout outcomes.</a:t>
          </a:r>
          <a:endParaRPr lang="en-IN" sz="3300" kern="1200" dirty="0"/>
        </a:p>
      </dsp:txBody>
      <dsp:txXfrm>
        <a:off x="214865" y="277076"/>
        <a:ext cx="7799870" cy="39718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8ACD68-E326-4A21-8700-85E1680B1831}">
      <dsp:nvSpPr>
        <dsp:cNvPr id="0" name=""/>
        <dsp:cNvSpPr/>
      </dsp:nvSpPr>
      <dsp:spPr>
        <a:xfrm>
          <a:off x="0" y="118529"/>
          <a:ext cx="7782233" cy="95340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kern="1200" cap="none" spc="0">
              <a:ln w="0"/>
              <a:solidFill>
                <a:schemeClr val="tx1"/>
              </a:solidFill>
              <a:effectLst>
                <a:outerShdw blurRad="38100" dist="19050" dir="2700000" algn="tl" rotWithShape="0">
                  <a:schemeClr val="dk1">
                    <a:alpha val="40000"/>
                  </a:schemeClr>
                </a:outerShdw>
              </a:effectLst>
            </a:rPr>
            <a:t>Integrate nutrition and gym datasets.</a:t>
          </a:r>
          <a:endParaRPr lang="en-IN" sz="2400" b="0" kern="1200" cap="none" spc="0">
            <a:ln w="0"/>
            <a:solidFill>
              <a:schemeClr val="tx1"/>
            </a:solidFill>
            <a:effectLst>
              <a:outerShdw blurRad="38100" dist="19050" dir="2700000" algn="tl" rotWithShape="0">
                <a:schemeClr val="dk1">
                  <a:alpha val="40000"/>
                </a:schemeClr>
              </a:outerShdw>
            </a:effectLst>
          </a:endParaRPr>
        </a:p>
      </dsp:txBody>
      <dsp:txXfrm>
        <a:off x="46541" y="165070"/>
        <a:ext cx="7689151" cy="860321"/>
      </dsp:txXfrm>
    </dsp:sp>
    <dsp:sp modelId="{6B8ED57B-BA5D-4137-9FCD-68485AB06817}">
      <dsp:nvSpPr>
        <dsp:cNvPr id="0" name=""/>
        <dsp:cNvSpPr/>
      </dsp:nvSpPr>
      <dsp:spPr>
        <a:xfrm>
          <a:off x="0" y="1141053"/>
          <a:ext cx="7782233" cy="95340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kern="1200" cap="none" spc="0" dirty="0">
              <a:ln w="0"/>
              <a:solidFill>
                <a:schemeClr val="tx1"/>
              </a:solidFill>
              <a:effectLst>
                <a:outerShdw blurRad="38100" dist="19050" dir="2700000" algn="tl" rotWithShape="0">
                  <a:schemeClr val="dk1">
                    <a:alpha val="40000"/>
                  </a:schemeClr>
                </a:outerShdw>
              </a:effectLst>
            </a:rPr>
            <a:t>Clean, preprocess, and merge both data sources.</a:t>
          </a:r>
          <a:endParaRPr lang="en-IN" sz="2400" b="0" kern="1200" cap="none" spc="0" dirty="0">
            <a:ln w="0"/>
            <a:solidFill>
              <a:schemeClr val="tx1"/>
            </a:solidFill>
            <a:effectLst>
              <a:outerShdw blurRad="38100" dist="19050" dir="2700000" algn="tl" rotWithShape="0">
                <a:schemeClr val="dk1">
                  <a:alpha val="40000"/>
                </a:schemeClr>
              </a:outerShdw>
            </a:effectLst>
          </a:endParaRPr>
        </a:p>
      </dsp:txBody>
      <dsp:txXfrm>
        <a:off x="46541" y="1187594"/>
        <a:ext cx="7689151" cy="860321"/>
      </dsp:txXfrm>
    </dsp:sp>
    <dsp:sp modelId="{4EE6FC1F-9FB3-4B25-A46A-4EAD6A34833E}">
      <dsp:nvSpPr>
        <dsp:cNvPr id="0" name=""/>
        <dsp:cNvSpPr/>
      </dsp:nvSpPr>
      <dsp:spPr>
        <a:xfrm>
          <a:off x="0" y="2163577"/>
          <a:ext cx="7782233" cy="95340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kern="1200" cap="none" spc="0" dirty="0">
              <a:ln w="0"/>
              <a:solidFill>
                <a:schemeClr val="tx1"/>
              </a:solidFill>
              <a:effectLst>
                <a:outerShdw blurRad="38100" dist="19050" dir="2700000" algn="tl" rotWithShape="0">
                  <a:schemeClr val="dk1">
                    <a:alpha val="40000"/>
                  </a:schemeClr>
                </a:outerShdw>
              </a:effectLst>
            </a:rPr>
            <a:t>Perform Exploratory data analysis (EDA) to find relationships between dietary habits and exercise outcomes.</a:t>
          </a:r>
          <a:endParaRPr lang="en-IN" sz="2400" b="0" kern="1200" cap="none" spc="0" dirty="0">
            <a:ln w="0"/>
            <a:solidFill>
              <a:schemeClr val="tx1"/>
            </a:solidFill>
            <a:effectLst>
              <a:outerShdw blurRad="38100" dist="19050" dir="2700000" algn="tl" rotWithShape="0">
                <a:schemeClr val="dk1">
                  <a:alpha val="40000"/>
                </a:schemeClr>
              </a:outerShdw>
            </a:effectLst>
          </a:endParaRPr>
        </a:p>
      </dsp:txBody>
      <dsp:txXfrm>
        <a:off x="46541" y="2210118"/>
        <a:ext cx="7689151" cy="860321"/>
      </dsp:txXfrm>
    </dsp:sp>
    <dsp:sp modelId="{632DBC71-3EA7-4049-AC55-09D592281EA7}">
      <dsp:nvSpPr>
        <dsp:cNvPr id="0" name=""/>
        <dsp:cNvSpPr/>
      </dsp:nvSpPr>
      <dsp:spPr>
        <a:xfrm>
          <a:off x="0" y="3186100"/>
          <a:ext cx="7782233" cy="95340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kern="1200" cap="none" spc="0" dirty="0">
              <a:ln w="0"/>
              <a:solidFill>
                <a:schemeClr val="tx1"/>
              </a:solidFill>
              <a:effectLst>
                <a:outerShdw blurRad="38100" dist="19050" dir="2700000" algn="tl" rotWithShape="0">
                  <a:schemeClr val="dk1">
                    <a:alpha val="40000"/>
                  </a:schemeClr>
                </a:outerShdw>
              </a:effectLst>
            </a:rPr>
            <a:t>Visualize trends and correlations to guide health optimization.</a:t>
          </a:r>
          <a:endParaRPr lang="en-IN" sz="2400" b="0" kern="1200" cap="none" spc="0" dirty="0">
            <a:ln w="0"/>
            <a:solidFill>
              <a:schemeClr val="tx1"/>
            </a:solidFill>
            <a:effectLst>
              <a:outerShdw blurRad="38100" dist="19050" dir="2700000" algn="tl" rotWithShape="0">
                <a:schemeClr val="dk1">
                  <a:alpha val="40000"/>
                </a:schemeClr>
              </a:outerShdw>
            </a:effectLst>
          </a:endParaRPr>
        </a:p>
      </dsp:txBody>
      <dsp:txXfrm>
        <a:off x="46541" y="3232641"/>
        <a:ext cx="7689151" cy="86032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1F02D3-B86F-4D2C-948F-E3ED17FB1B89}">
      <dsp:nvSpPr>
        <dsp:cNvPr id="0" name=""/>
        <dsp:cNvSpPr/>
      </dsp:nvSpPr>
      <dsp:spPr>
        <a:xfrm>
          <a:off x="0" y="768136"/>
          <a:ext cx="8229600" cy="431730"/>
        </a:xfrm>
        <a:prstGeom prst="roundRect">
          <a:avLst/>
        </a:prstGeom>
        <a:solidFill>
          <a:schemeClr val="accent4">
            <a:lumMod val="5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dirty="0"/>
            <a:t>• Dataset 1: Daily Food Nutrition Dataset</a:t>
          </a:r>
        </a:p>
      </dsp:txBody>
      <dsp:txXfrm>
        <a:off x="21075" y="789211"/>
        <a:ext cx="8187450" cy="389580"/>
      </dsp:txXfrm>
    </dsp:sp>
    <dsp:sp modelId="{9D4627CB-A08D-4F62-B26D-5DB04AC76815}">
      <dsp:nvSpPr>
        <dsp:cNvPr id="0" name=""/>
        <dsp:cNvSpPr/>
      </dsp:nvSpPr>
      <dsp:spPr>
        <a:xfrm>
          <a:off x="0" y="1251706"/>
          <a:ext cx="8229600" cy="431730"/>
        </a:xfrm>
        <a:prstGeom prst="roundRect">
          <a:avLst/>
        </a:prstGeom>
        <a:solidFill>
          <a:schemeClr val="accent4">
            <a:lumMod val="5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dirty="0"/>
            <a:t>- Attributes: Calories, Protein, Carbs, Fat, 	Sugars,  	Cholesterol, etc.</a:t>
          </a:r>
        </a:p>
      </dsp:txBody>
      <dsp:txXfrm>
        <a:off x="21075" y="1272781"/>
        <a:ext cx="8187450" cy="389580"/>
      </dsp:txXfrm>
    </dsp:sp>
    <dsp:sp modelId="{02D2ADF5-C5C9-4794-B066-61CC26379E25}">
      <dsp:nvSpPr>
        <dsp:cNvPr id="0" name=""/>
        <dsp:cNvSpPr/>
      </dsp:nvSpPr>
      <dsp:spPr>
        <a:xfrm>
          <a:off x="0" y="1735276"/>
          <a:ext cx="8229600" cy="431730"/>
        </a:xfrm>
        <a:prstGeom prst="roundRect">
          <a:avLst/>
        </a:prstGeom>
        <a:solidFill>
          <a:schemeClr val="accent4">
            <a:lumMod val="5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dirty="0"/>
            <a:t>• Dataset 2: Gym Members Exercise Tracking</a:t>
          </a:r>
        </a:p>
      </dsp:txBody>
      <dsp:txXfrm>
        <a:off x="21075" y="1756351"/>
        <a:ext cx="8187450" cy="389580"/>
      </dsp:txXfrm>
    </dsp:sp>
    <dsp:sp modelId="{308A264F-AA4C-4354-9E2D-428DE2857D7B}">
      <dsp:nvSpPr>
        <dsp:cNvPr id="0" name=""/>
        <dsp:cNvSpPr/>
      </dsp:nvSpPr>
      <dsp:spPr>
        <a:xfrm>
          <a:off x="0" y="2218846"/>
          <a:ext cx="8229600" cy="431730"/>
        </a:xfrm>
        <a:prstGeom prst="roundRect">
          <a:avLst/>
        </a:prstGeom>
        <a:solidFill>
          <a:schemeClr val="accent4">
            <a:lumMod val="5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dirty="0"/>
            <a:t>- Attributes: Workout Frequency, Duration,  Calories Burned, BMI, Fat Percentage, Age.</a:t>
          </a:r>
        </a:p>
      </dsp:txBody>
      <dsp:txXfrm>
        <a:off x="21075" y="2239921"/>
        <a:ext cx="8187450" cy="389580"/>
      </dsp:txXfrm>
    </dsp:sp>
    <dsp:sp modelId="{19D9454E-C315-4800-8DF9-31EE1DE2AD31}">
      <dsp:nvSpPr>
        <dsp:cNvPr id="0" name=""/>
        <dsp:cNvSpPr/>
      </dsp:nvSpPr>
      <dsp:spPr>
        <a:xfrm>
          <a:off x="0" y="2702416"/>
          <a:ext cx="8229600" cy="431730"/>
        </a:xfrm>
        <a:prstGeom prst="roundRect">
          <a:avLst/>
        </a:prstGeom>
        <a:solidFill>
          <a:schemeClr val="accent4">
            <a:lumMod val="5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dirty="0"/>
            <a:t>• Source: Kaggle</a:t>
          </a:r>
        </a:p>
      </dsp:txBody>
      <dsp:txXfrm>
        <a:off x="21075" y="2723491"/>
        <a:ext cx="8187450" cy="389580"/>
      </dsp:txXfrm>
    </dsp:sp>
    <dsp:sp modelId="{E6FD9CB1-1122-4835-9EFF-85CA388A2956}">
      <dsp:nvSpPr>
        <dsp:cNvPr id="0" name=""/>
        <dsp:cNvSpPr/>
      </dsp:nvSpPr>
      <dsp:spPr>
        <a:xfrm>
          <a:off x="0" y="3185986"/>
          <a:ext cx="8229600" cy="431730"/>
        </a:xfrm>
        <a:prstGeom prst="roundRect">
          <a:avLst/>
        </a:prstGeom>
        <a:solidFill>
          <a:schemeClr val="accent4">
            <a:lumMod val="5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dirty="0"/>
            <a:t>• Users matched via </a:t>
          </a:r>
          <a:r>
            <a:rPr lang="en-IN" sz="1800" kern="1200" dirty="0" err="1"/>
            <a:t>User_ID</a:t>
          </a:r>
          <a:r>
            <a:rPr lang="en-IN" sz="1800" kern="1200" dirty="0"/>
            <a:t>.</a:t>
          </a:r>
        </a:p>
      </dsp:txBody>
      <dsp:txXfrm>
        <a:off x="21075" y="3207061"/>
        <a:ext cx="8187450" cy="3895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3DC0C4-C403-4D28-B15B-41CD71B7E95D}">
      <dsp:nvSpPr>
        <dsp:cNvPr id="0" name=""/>
        <dsp:cNvSpPr/>
      </dsp:nvSpPr>
      <dsp:spPr>
        <a:xfrm>
          <a:off x="0" y="444325"/>
          <a:ext cx="8608142" cy="730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1918E9A-9EBF-49EE-BA25-5E964EB46D88}">
      <dsp:nvSpPr>
        <dsp:cNvPr id="0" name=""/>
        <dsp:cNvSpPr/>
      </dsp:nvSpPr>
      <dsp:spPr>
        <a:xfrm>
          <a:off x="430407" y="16285"/>
          <a:ext cx="6812294" cy="856080"/>
        </a:xfrm>
        <a:prstGeom prst="roundRect">
          <a:avLst/>
        </a:prstGeom>
        <a:solidFill>
          <a:schemeClr val="accent1">
            <a:hueOff val="0"/>
            <a:satOff val="0"/>
            <a:lumOff val="0"/>
            <a:alphaOff val="0"/>
          </a:schemeClr>
        </a:solidFill>
        <a:ln w="25400" cap="flat" cmpd="sng" algn="ctr">
          <a:solidFill>
            <a:schemeClr val="accent5">
              <a:lumMod val="40000"/>
              <a:lumOff val="6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757" tIns="0" rIns="227757" bIns="0" numCol="1" spcCol="1270" anchor="ctr" anchorCtr="0">
          <a:noAutofit/>
        </a:bodyPr>
        <a:lstStyle/>
        <a:p>
          <a:pPr marL="0" lvl="0" indent="0" algn="l" defTabSz="711200">
            <a:lnSpc>
              <a:spcPct val="90000"/>
            </a:lnSpc>
            <a:spcBef>
              <a:spcPct val="0"/>
            </a:spcBef>
            <a:spcAft>
              <a:spcPct val="35000"/>
            </a:spcAft>
            <a:buNone/>
          </a:pPr>
          <a:r>
            <a:rPr lang="en-IN" sz="1600" kern="1200" dirty="0"/>
            <a:t>•</a:t>
          </a:r>
          <a:r>
            <a:rPr lang="en-US" sz="1600" kern="1200" dirty="0"/>
            <a:t>  </a:t>
          </a:r>
          <a:r>
            <a:rPr lang="en-IN" sz="1600" kern="1200" dirty="0"/>
            <a:t> </a:t>
          </a:r>
          <a:r>
            <a:rPr lang="en-IN" sz="1800" kern="1200" dirty="0"/>
            <a:t>Python Libraries: Pandas, NumPy, Matplotlib, Seaborn</a:t>
          </a:r>
        </a:p>
      </dsp:txBody>
      <dsp:txXfrm>
        <a:off x="472197" y="58075"/>
        <a:ext cx="6728714" cy="772500"/>
      </dsp:txXfrm>
    </dsp:sp>
    <dsp:sp modelId="{D1C423C6-257E-4F15-8BE7-27E62AC83B3C}">
      <dsp:nvSpPr>
        <dsp:cNvPr id="0" name=""/>
        <dsp:cNvSpPr/>
      </dsp:nvSpPr>
      <dsp:spPr>
        <a:xfrm>
          <a:off x="0" y="1759765"/>
          <a:ext cx="8608142" cy="730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EEE6DEF-BFDC-49BD-A4BB-15C2A3ECEEA2}">
      <dsp:nvSpPr>
        <dsp:cNvPr id="0" name=""/>
        <dsp:cNvSpPr/>
      </dsp:nvSpPr>
      <dsp:spPr>
        <a:xfrm>
          <a:off x="430407" y="1331725"/>
          <a:ext cx="6812294" cy="8560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757" tIns="0" rIns="227757" bIns="0" numCol="1" spcCol="1270" anchor="ctr" anchorCtr="0">
          <a:noAutofit/>
        </a:bodyPr>
        <a:lstStyle/>
        <a:p>
          <a:pPr marL="0" lvl="0" indent="0" algn="l" defTabSz="711200">
            <a:lnSpc>
              <a:spcPct val="90000"/>
            </a:lnSpc>
            <a:spcBef>
              <a:spcPct val="0"/>
            </a:spcBef>
            <a:spcAft>
              <a:spcPct val="35000"/>
            </a:spcAft>
            <a:buNone/>
          </a:pPr>
          <a:r>
            <a:rPr lang="en-IN" sz="1600" kern="1200" dirty="0"/>
            <a:t>•</a:t>
          </a:r>
          <a:r>
            <a:rPr lang="en-US" sz="1600" kern="1200" dirty="0"/>
            <a:t> </a:t>
          </a:r>
          <a:r>
            <a:rPr lang="en-IN" sz="1600" kern="1200" dirty="0"/>
            <a:t> </a:t>
          </a:r>
          <a:r>
            <a:rPr lang="en-US" sz="1600" kern="1200" dirty="0"/>
            <a:t> </a:t>
          </a:r>
          <a:r>
            <a:rPr lang="en-IN" sz="1800" kern="1200" dirty="0"/>
            <a:t>Environment: Google </a:t>
          </a:r>
          <a:r>
            <a:rPr lang="en-IN" sz="1800" kern="1200" dirty="0" err="1"/>
            <a:t>Colab</a:t>
          </a:r>
          <a:endParaRPr lang="en-IN" sz="1800" kern="1200" dirty="0"/>
        </a:p>
      </dsp:txBody>
      <dsp:txXfrm>
        <a:off x="472197" y="1373515"/>
        <a:ext cx="6728714" cy="772500"/>
      </dsp:txXfrm>
    </dsp:sp>
    <dsp:sp modelId="{30232F50-13E4-4D8E-904D-19B388EBC7D6}">
      <dsp:nvSpPr>
        <dsp:cNvPr id="0" name=""/>
        <dsp:cNvSpPr/>
      </dsp:nvSpPr>
      <dsp:spPr>
        <a:xfrm>
          <a:off x="0" y="3075205"/>
          <a:ext cx="8608142" cy="730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E997E7E-90FF-4242-A8C1-85587D689E88}">
      <dsp:nvSpPr>
        <dsp:cNvPr id="0" name=""/>
        <dsp:cNvSpPr/>
      </dsp:nvSpPr>
      <dsp:spPr>
        <a:xfrm>
          <a:off x="430407" y="2647165"/>
          <a:ext cx="6851642" cy="8560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757" tIns="0" rIns="227757" bIns="0" numCol="1" spcCol="1270" anchor="ctr" anchorCtr="0">
          <a:noAutofit/>
        </a:bodyPr>
        <a:lstStyle/>
        <a:p>
          <a:pPr marL="0" lvl="0" indent="0" algn="l" defTabSz="711200">
            <a:lnSpc>
              <a:spcPct val="90000"/>
            </a:lnSpc>
            <a:spcBef>
              <a:spcPct val="0"/>
            </a:spcBef>
            <a:spcAft>
              <a:spcPct val="35000"/>
            </a:spcAft>
            <a:buNone/>
          </a:pPr>
          <a:r>
            <a:rPr lang="en-IN" sz="1600" kern="1200" dirty="0"/>
            <a:t>• </a:t>
          </a:r>
          <a:r>
            <a:rPr lang="en-US" sz="1600" kern="1200" dirty="0"/>
            <a:t>  </a:t>
          </a:r>
          <a:r>
            <a:rPr lang="en-IN" sz="1800" kern="1200" dirty="0"/>
            <a:t>Used for: Cleaning, </a:t>
          </a:r>
          <a:r>
            <a:rPr lang="en-IN" sz="1800" kern="1200" dirty="0" err="1"/>
            <a:t>analyzing</a:t>
          </a:r>
          <a:r>
            <a:rPr lang="en-IN" sz="1800" kern="1200" dirty="0"/>
            <a:t>, and visualizing data relationships</a:t>
          </a:r>
          <a:r>
            <a:rPr lang="en-IN" sz="1600" kern="1200" dirty="0"/>
            <a:t>.</a:t>
          </a:r>
        </a:p>
      </dsp:txBody>
      <dsp:txXfrm>
        <a:off x="472197" y="2688955"/>
        <a:ext cx="6768062" cy="7725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3971FE-5C4C-4F2E-9DB6-9D293579252A}">
      <dsp:nvSpPr>
        <dsp:cNvPr id="0" name=""/>
        <dsp:cNvSpPr/>
      </dsp:nvSpPr>
      <dsp:spPr>
        <a:xfrm>
          <a:off x="0" y="169"/>
          <a:ext cx="8229600" cy="512240"/>
        </a:xfrm>
        <a:prstGeom prst="roundRect">
          <a:avLst/>
        </a:prstGeom>
        <a:solidFill>
          <a:schemeClr val="lt1"/>
        </a:solidFill>
        <a:ln w="25400" cap="flat" cmpd="sng" algn="ctr">
          <a:solidFill>
            <a:srgbClr val="93B0D3"/>
          </a:solidFill>
          <a:prstDash val="solid"/>
        </a:ln>
        <a:effectLst/>
      </dsp:spPr>
      <dsp:style>
        <a:lnRef idx="2">
          <a:schemeClr val="accent5"/>
        </a:lnRef>
        <a:fillRef idx="1">
          <a:schemeClr val="lt1"/>
        </a:fillRef>
        <a:effectRef idx="0">
          <a:schemeClr val="accent5"/>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dirty="0"/>
            <a:t>•</a:t>
          </a:r>
          <a:r>
            <a:rPr lang="en-US" sz="1400" kern="1200" dirty="0"/>
            <a:t> Majority of gym members belong to the </a:t>
          </a:r>
          <a:r>
            <a:rPr lang="en-US" sz="1400" b="1" kern="1200" dirty="0"/>
            <a:t>40–55 age group</a:t>
          </a:r>
          <a:r>
            <a:rPr lang="en-US" sz="1400" kern="1200" dirty="0"/>
            <a:t>, indicating higher fitness engagement among middle-aged adults.</a:t>
          </a:r>
          <a:endParaRPr lang="en-IN" sz="1400" kern="1200" dirty="0"/>
        </a:p>
      </dsp:txBody>
      <dsp:txXfrm>
        <a:off x="25005" y="25174"/>
        <a:ext cx="8179590" cy="462230"/>
      </dsp:txXfrm>
    </dsp:sp>
    <dsp:sp modelId="{E0121815-B7F4-49CE-9E34-2412AF6B585D}">
      <dsp:nvSpPr>
        <dsp:cNvPr id="0" name=""/>
        <dsp:cNvSpPr/>
      </dsp:nvSpPr>
      <dsp:spPr>
        <a:xfrm>
          <a:off x="0" y="525544"/>
          <a:ext cx="8229600" cy="512240"/>
        </a:xfrm>
        <a:prstGeom prst="roundRect">
          <a:avLst/>
        </a:prstGeom>
        <a:solidFill>
          <a:schemeClr val="lt1"/>
        </a:solidFill>
        <a:ln w="25400" cap="flat" cmpd="sng" algn="ctr">
          <a:solidFill>
            <a:srgbClr val="93B0D3"/>
          </a:solidFill>
          <a:prstDash val="solid"/>
        </a:ln>
        <a:effectLst/>
      </dsp:spPr>
      <dsp:style>
        <a:lnRef idx="2">
          <a:schemeClr val="accent5"/>
        </a:lnRef>
        <a:fillRef idx="1">
          <a:schemeClr val="lt1"/>
        </a:fillRef>
        <a:effectRef idx="0">
          <a:schemeClr val="accent5"/>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dirty="0"/>
            <a:t>• </a:t>
          </a:r>
          <a:r>
            <a:rPr lang="en-US" sz="1400" kern="1200" dirty="0"/>
            <a:t>Participation among </a:t>
          </a:r>
          <a:r>
            <a:rPr lang="en-US" sz="1400" b="1" kern="1200" dirty="0"/>
            <a:t>younger individuals (15–19)</a:t>
          </a:r>
          <a:r>
            <a:rPr lang="en-US" sz="1400" kern="1200" dirty="0"/>
            <a:t> is relatively low, suggesting lower involvement in structured fitness routines at younger ages.</a:t>
          </a:r>
        </a:p>
      </dsp:txBody>
      <dsp:txXfrm>
        <a:off x="25005" y="550549"/>
        <a:ext cx="8179590" cy="462230"/>
      </dsp:txXfrm>
    </dsp:sp>
    <dsp:sp modelId="{DEDA96BE-3F72-42E3-B8F9-ED760D457988}">
      <dsp:nvSpPr>
        <dsp:cNvPr id="0" name=""/>
        <dsp:cNvSpPr/>
      </dsp:nvSpPr>
      <dsp:spPr>
        <a:xfrm>
          <a:off x="0" y="1050919"/>
          <a:ext cx="8229600" cy="512240"/>
        </a:xfrm>
        <a:prstGeom prst="roundRect">
          <a:avLst/>
        </a:prstGeom>
        <a:solidFill>
          <a:schemeClr val="lt1"/>
        </a:solidFill>
        <a:ln w="25400" cap="flat" cmpd="sng" algn="ctr">
          <a:solidFill>
            <a:srgbClr val="93B0D3"/>
          </a:solidFill>
          <a:prstDash val="solid"/>
        </a:ln>
        <a:effectLst/>
      </dsp:spPr>
      <dsp:style>
        <a:lnRef idx="2">
          <a:schemeClr val="accent5"/>
        </a:lnRef>
        <a:fillRef idx="1">
          <a:schemeClr val="lt1"/>
        </a:fillRef>
        <a:effectRef idx="0">
          <a:schemeClr val="accent5"/>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dirty="0"/>
            <a:t>• </a:t>
          </a:r>
          <a:r>
            <a:rPr lang="en-US" sz="1400" kern="1200" dirty="0"/>
            <a:t>The </a:t>
          </a:r>
          <a:r>
            <a:rPr lang="en-US" sz="1400" b="1" kern="1200" dirty="0"/>
            <a:t>20–39 age group</a:t>
          </a:r>
          <a:r>
            <a:rPr lang="en-US" sz="1400" kern="1200" dirty="0"/>
            <a:t> also represents a significant portion, showing steady participation among working-age adults.</a:t>
          </a:r>
        </a:p>
      </dsp:txBody>
      <dsp:txXfrm>
        <a:off x="25005" y="1075924"/>
        <a:ext cx="8179590" cy="46223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6FA76C-0122-4B14-A856-C7135BBAA0E1}">
      <dsp:nvSpPr>
        <dsp:cNvPr id="0" name=""/>
        <dsp:cNvSpPr/>
      </dsp:nvSpPr>
      <dsp:spPr>
        <a:xfrm>
          <a:off x="0" y="27494"/>
          <a:ext cx="7634748" cy="335790"/>
        </a:xfrm>
        <a:prstGeom prst="roundRect">
          <a:avLst/>
        </a:prstGeom>
        <a:solidFill>
          <a:schemeClr val="lt1"/>
        </a:solidFill>
        <a:ln w="25400" cap="flat" cmpd="sng" algn="ctr">
          <a:solidFill>
            <a:schemeClr val="accent3"/>
          </a:solidFill>
          <a:prstDash val="solid"/>
        </a:ln>
        <a:effectLst/>
      </dsp:spPr>
      <dsp:style>
        <a:lnRef idx="2">
          <a:schemeClr val="accent3"/>
        </a:lnRef>
        <a:fillRef idx="1">
          <a:schemeClr val="lt1"/>
        </a:fillRef>
        <a:effectRef idx="0">
          <a:schemeClr val="accent3"/>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dirty="0"/>
            <a:t>• Majority exercise 200–300 minutes per week (3–5 days/week).</a:t>
          </a:r>
        </a:p>
      </dsp:txBody>
      <dsp:txXfrm>
        <a:off x="16392" y="43886"/>
        <a:ext cx="7601964" cy="303006"/>
      </dsp:txXfrm>
    </dsp:sp>
    <dsp:sp modelId="{584E7DEF-1DE8-4579-83D8-E5566C358582}">
      <dsp:nvSpPr>
        <dsp:cNvPr id="0" name=""/>
        <dsp:cNvSpPr/>
      </dsp:nvSpPr>
      <dsp:spPr>
        <a:xfrm>
          <a:off x="0" y="403605"/>
          <a:ext cx="7634748" cy="335790"/>
        </a:xfrm>
        <a:prstGeom prst="roundRect">
          <a:avLst/>
        </a:prstGeom>
        <a:solidFill>
          <a:schemeClr val="lt1"/>
        </a:solidFill>
        <a:ln w="25400" cap="flat" cmpd="sng" algn="ctr">
          <a:solidFill>
            <a:schemeClr val="accent3"/>
          </a:solidFill>
          <a:prstDash val="solid"/>
        </a:ln>
        <a:effectLst/>
      </dsp:spPr>
      <dsp:style>
        <a:lnRef idx="2">
          <a:schemeClr val="accent3"/>
        </a:lnRef>
        <a:fillRef idx="1">
          <a:schemeClr val="lt1"/>
        </a:fillRef>
        <a:effectRef idx="0">
          <a:schemeClr val="accent3"/>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dirty="0"/>
            <a:t>• Shows consistent habits among most users.</a:t>
          </a:r>
        </a:p>
      </dsp:txBody>
      <dsp:txXfrm>
        <a:off x="16392" y="419997"/>
        <a:ext cx="7601964" cy="303006"/>
      </dsp:txXfrm>
    </dsp:sp>
    <dsp:sp modelId="{8997D20D-FE72-4231-83BC-1A4521654DA3}">
      <dsp:nvSpPr>
        <dsp:cNvPr id="0" name=""/>
        <dsp:cNvSpPr/>
      </dsp:nvSpPr>
      <dsp:spPr>
        <a:xfrm>
          <a:off x="0" y="779715"/>
          <a:ext cx="7634748" cy="335790"/>
        </a:xfrm>
        <a:prstGeom prst="roundRect">
          <a:avLst/>
        </a:prstGeom>
        <a:solidFill>
          <a:schemeClr val="lt1"/>
        </a:solidFill>
        <a:ln w="25400" cap="flat" cmpd="sng" algn="ctr">
          <a:solidFill>
            <a:schemeClr val="accent3"/>
          </a:solidFill>
          <a:prstDash val="solid"/>
        </a:ln>
        <a:effectLst/>
      </dsp:spPr>
      <dsp:style>
        <a:lnRef idx="2">
          <a:schemeClr val="accent3"/>
        </a:lnRef>
        <a:fillRef idx="1">
          <a:schemeClr val="lt1"/>
        </a:fillRef>
        <a:effectRef idx="0">
          <a:schemeClr val="accent3"/>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a:t>• A few outliers indicate varied fitness commitment levels.</a:t>
          </a:r>
        </a:p>
      </dsp:txBody>
      <dsp:txXfrm>
        <a:off x="16392" y="796107"/>
        <a:ext cx="7601964" cy="30300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14B3DF-0FBB-4FD8-9F14-A0F25F2A6A55}">
      <dsp:nvSpPr>
        <dsp:cNvPr id="0" name=""/>
        <dsp:cNvSpPr/>
      </dsp:nvSpPr>
      <dsp:spPr>
        <a:xfrm>
          <a:off x="0" y="6745"/>
          <a:ext cx="8126361" cy="556920"/>
        </a:xfrm>
        <a:prstGeom prst="roundRect">
          <a:avLst/>
        </a:prstGeom>
        <a:solidFill>
          <a:schemeClr val="lt1"/>
        </a:solidFill>
        <a:ln w="25400" cap="flat" cmpd="sng" algn="ctr">
          <a:solidFill>
            <a:schemeClr val="accent6"/>
          </a:solidFill>
          <a:prstDash val="solid"/>
        </a:ln>
        <a:effectLst/>
      </dsp:spPr>
      <dsp:style>
        <a:lnRef idx="2">
          <a:schemeClr val="accent6"/>
        </a:lnRef>
        <a:fillRef idx="1">
          <a:schemeClr val="lt1"/>
        </a:fillRef>
        <a:effectRef idx="0">
          <a:schemeClr val="accent6"/>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dirty="0"/>
            <a:t>•</a:t>
          </a:r>
          <a:r>
            <a:rPr lang="en-US" sz="1400" kern="1200" dirty="0"/>
            <a:t>There is no strong correlation between dietary calories and calories burned — the data points are widely spread.</a:t>
          </a:r>
          <a:endParaRPr lang="en-IN" sz="1400" kern="1200" dirty="0"/>
        </a:p>
      </dsp:txBody>
      <dsp:txXfrm>
        <a:off x="27187" y="33932"/>
        <a:ext cx="8071987" cy="502546"/>
      </dsp:txXfrm>
    </dsp:sp>
    <dsp:sp modelId="{BC4F556A-A24E-4626-B02B-B2B3EF159893}">
      <dsp:nvSpPr>
        <dsp:cNvPr id="0" name=""/>
        <dsp:cNvSpPr/>
      </dsp:nvSpPr>
      <dsp:spPr>
        <a:xfrm>
          <a:off x="0" y="603986"/>
          <a:ext cx="8126361" cy="556920"/>
        </a:xfrm>
        <a:prstGeom prst="roundRect">
          <a:avLst/>
        </a:prstGeom>
        <a:solidFill>
          <a:schemeClr val="lt1"/>
        </a:solidFill>
        <a:ln w="25400" cap="flat" cmpd="sng" algn="ctr">
          <a:solidFill>
            <a:schemeClr val="accent6"/>
          </a:solidFill>
          <a:prstDash val="solid"/>
        </a:ln>
        <a:effectLst/>
      </dsp:spPr>
      <dsp:style>
        <a:lnRef idx="2">
          <a:schemeClr val="accent6"/>
        </a:lnRef>
        <a:fillRef idx="1">
          <a:schemeClr val="lt1"/>
        </a:fillRef>
        <a:effectRef idx="0">
          <a:schemeClr val="accent6"/>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dirty="0"/>
            <a:t>• </a:t>
          </a:r>
          <a:r>
            <a:rPr lang="en-US" sz="1400" kern="1200" dirty="0"/>
            <a:t>This suggests that higher food intake does not always lead to more calories burned during workouts.</a:t>
          </a:r>
          <a:endParaRPr lang="en-IN" sz="1400" kern="1200" dirty="0"/>
        </a:p>
      </dsp:txBody>
      <dsp:txXfrm>
        <a:off x="27187" y="631173"/>
        <a:ext cx="8071987" cy="502546"/>
      </dsp:txXfrm>
    </dsp:sp>
    <dsp:sp modelId="{E0078B0B-DCE2-4980-8B30-D1DB276D5481}">
      <dsp:nvSpPr>
        <dsp:cNvPr id="0" name=""/>
        <dsp:cNvSpPr/>
      </dsp:nvSpPr>
      <dsp:spPr>
        <a:xfrm>
          <a:off x="0" y="1201225"/>
          <a:ext cx="8126361" cy="556920"/>
        </a:xfrm>
        <a:prstGeom prst="roundRect">
          <a:avLst/>
        </a:prstGeom>
        <a:solidFill>
          <a:schemeClr val="lt1"/>
        </a:solidFill>
        <a:ln w="25400" cap="flat" cmpd="sng" algn="ctr">
          <a:solidFill>
            <a:schemeClr val="accent6"/>
          </a:solidFill>
          <a:prstDash val="solid"/>
        </a:ln>
        <a:effectLst/>
      </dsp:spPr>
      <dsp:style>
        <a:lnRef idx="2">
          <a:schemeClr val="accent6"/>
        </a:lnRef>
        <a:fillRef idx="1">
          <a:schemeClr val="lt1"/>
        </a:fillRef>
        <a:effectRef idx="0">
          <a:schemeClr val="accent6"/>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dirty="0"/>
            <a:t>• </a:t>
          </a:r>
          <a:r>
            <a:rPr lang="en-US" sz="1400" kern="1200" dirty="0"/>
            <a:t>Calorie burn likely depends on</a:t>
          </a:r>
          <a:r>
            <a:rPr lang="en-US" sz="1400" b="1" kern="1200" dirty="0"/>
            <a:t> </a:t>
          </a:r>
          <a:r>
            <a:rPr lang="en-US" sz="1400" kern="1200" dirty="0"/>
            <a:t>exercise intensity and duration, rather than just dietary calorie intake.</a:t>
          </a:r>
          <a:r>
            <a:rPr lang="en-IN" sz="1400" kern="1200" dirty="0"/>
            <a:t> .</a:t>
          </a:r>
        </a:p>
      </dsp:txBody>
      <dsp:txXfrm>
        <a:off x="27187" y="1228412"/>
        <a:ext cx="8071987" cy="50254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9DAB31-BC1B-45F4-BAEF-EB35079135D1}">
      <dsp:nvSpPr>
        <dsp:cNvPr id="0" name=""/>
        <dsp:cNvSpPr/>
      </dsp:nvSpPr>
      <dsp:spPr>
        <a:xfrm>
          <a:off x="0" y="27494"/>
          <a:ext cx="5845277" cy="335790"/>
        </a:xfrm>
        <a:prstGeom prst="roundRect">
          <a:avLst/>
        </a:prstGeom>
        <a:solidFill>
          <a:schemeClr val="lt1"/>
        </a:solidFill>
        <a:ln w="254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dirty="0"/>
            <a:t>• Peak calorie burn seen in users aged 25–40 years.</a:t>
          </a:r>
        </a:p>
      </dsp:txBody>
      <dsp:txXfrm>
        <a:off x="16392" y="43886"/>
        <a:ext cx="5812493" cy="303006"/>
      </dsp:txXfrm>
    </dsp:sp>
    <dsp:sp modelId="{2616622E-7769-4266-A064-972D17361A04}">
      <dsp:nvSpPr>
        <dsp:cNvPr id="0" name=""/>
        <dsp:cNvSpPr/>
      </dsp:nvSpPr>
      <dsp:spPr>
        <a:xfrm>
          <a:off x="0" y="403605"/>
          <a:ext cx="5845277" cy="335790"/>
        </a:xfrm>
        <a:prstGeom prst="roundRect">
          <a:avLst/>
        </a:prstGeom>
        <a:solidFill>
          <a:schemeClr val="lt1"/>
        </a:solidFill>
        <a:ln w="254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dirty="0"/>
            <a:t>• Decline after 45, possibly due to lower metabolism.</a:t>
          </a:r>
        </a:p>
      </dsp:txBody>
      <dsp:txXfrm>
        <a:off x="16392" y="419997"/>
        <a:ext cx="5812493" cy="303006"/>
      </dsp:txXfrm>
    </dsp:sp>
    <dsp:sp modelId="{3EC593A7-21A9-4845-882B-DE96EB128AE2}">
      <dsp:nvSpPr>
        <dsp:cNvPr id="0" name=""/>
        <dsp:cNvSpPr/>
      </dsp:nvSpPr>
      <dsp:spPr>
        <a:xfrm>
          <a:off x="0" y="779715"/>
          <a:ext cx="5845277" cy="335790"/>
        </a:xfrm>
        <a:prstGeom prst="roundRect">
          <a:avLst/>
        </a:prstGeom>
        <a:solidFill>
          <a:schemeClr val="lt1"/>
        </a:solidFill>
        <a:ln w="254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a:t>• Younger users show moderate activity levels.</a:t>
          </a:r>
        </a:p>
      </dsp:txBody>
      <dsp:txXfrm>
        <a:off x="16392" y="796107"/>
        <a:ext cx="5812493" cy="30300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938473-09A8-4616-A449-4E6462E38532}">
      <dsp:nvSpPr>
        <dsp:cNvPr id="0" name=""/>
        <dsp:cNvSpPr/>
      </dsp:nvSpPr>
      <dsp:spPr>
        <a:xfrm>
          <a:off x="0" y="66352"/>
          <a:ext cx="8229600" cy="311805"/>
        </a:xfrm>
        <a:prstGeom prst="roundRect">
          <a:avLst/>
        </a:prstGeom>
        <a:solidFill>
          <a:schemeClr val="lt1"/>
        </a:solidFill>
        <a:ln w="25400" cap="flat" cmpd="sng" algn="ctr">
          <a:solidFill>
            <a:schemeClr val="accent3"/>
          </a:solidFill>
          <a:prstDash val="solid"/>
        </a:ln>
        <a:effectLst/>
      </dsp:spPr>
      <dsp:style>
        <a:lnRef idx="2">
          <a:schemeClr val="accent3"/>
        </a:lnRef>
        <a:fillRef idx="1">
          <a:schemeClr val="lt1"/>
        </a:fillRef>
        <a:effectRef idx="0">
          <a:schemeClr val="accent3"/>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kern="1200" dirty="0"/>
            <a:t>• </a:t>
          </a:r>
          <a:r>
            <a:rPr lang="en-US" sz="1300" kern="1200" dirty="0"/>
            <a:t>There is no strong correlation between protein intake and BMI , values remain relatively stable across protein levels</a:t>
          </a:r>
          <a:r>
            <a:rPr lang="en-IN" sz="1300" kern="1200" dirty="0"/>
            <a:t>.</a:t>
          </a:r>
        </a:p>
      </dsp:txBody>
      <dsp:txXfrm>
        <a:off x="15221" y="81573"/>
        <a:ext cx="8199158" cy="281363"/>
      </dsp:txXfrm>
    </dsp:sp>
    <dsp:sp modelId="{DED5E851-3CA1-4F61-B5A1-F103A9ACAB05}">
      <dsp:nvSpPr>
        <dsp:cNvPr id="0" name=""/>
        <dsp:cNvSpPr/>
      </dsp:nvSpPr>
      <dsp:spPr>
        <a:xfrm>
          <a:off x="0" y="415597"/>
          <a:ext cx="8229600" cy="311805"/>
        </a:xfrm>
        <a:prstGeom prst="roundRect">
          <a:avLst/>
        </a:prstGeom>
        <a:solidFill>
          <a:schemeClr val="lt1"/>
        </a:solidFill>
        <a:ln w="25400" cap="flat" cmpd="sng" algn="ctr">
          <a:solidFill>
            <a:schemeClr val="accent3"/>
          </a:solidFill>
          <a:prstDash val="solid"/>
        </a:ln>
        <a:effectLst/>
      </dsp:spPr>
      <dsp:style>
        <a:lnRef idx="2">
          <a:schemeClr val="accent3"/>
        </a:lnRef>
        <a:fillRef idx="1">
          <a:schemeClr val="lt1"/>
        </a:fillRef>
        <a:effectRef idx="0">
          <a:schemeClr val="accent3"/>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kern="1200" dirty="0"/>
            <a:t>•</a:t>
          </a:r>
          <a:r>
            <a:rPr lang="en-US" sz="1300" b="0" kern="1200" dirty="0"/>
            <a:t>BMI stays mostly stable</a:t>
          </a:r>
          <a:r>
            <a:rPr lang="en-US" sz="1300" kern="1200" dirty="0"/>
            <a:t>, regardless of protein levels</a:t>
          </a:r>
          <a:r>
            <a:rPr lang="en-IN" sz="1300" kern="1200" dirty="0"/>
            <a:t>.</a:t>
          </a:r>
        </a:p>
      </dsp:txBody>
      <dsp:txXfrm>
        <a:off x="15221" y="430818"/>
        <a:ext cx="8199158" cy="281363"/>
      </dsp:txXfrm>
    </dsp:sp>
    <dsp:sp modelId="{8979D5CE-A12F-4429-86B5-06D5B535794D}">
      <dsp:nvSpPr>
        <dsp:cNvPr id="0" name=""/>
        <dsp:cNvSpPr/>
      </dsp:nvSpPr>
      <dsp:spPr>
        <a:xfrm>
          <a:off x="0" y="764842"/>
          <a:ext cx="8229600" cy="311805"/>
        </a:xfrm>
        <a:prstGeom prst="roundRect">
          <a:avLst/>
        </a:prstGeom>
        <a:solidFill>
          <a:schemeClr val="lt1"/>
        </a:solidFill>
        <a:ln w="25400" cap="flat" cmpd="sng" algn="ctr">
          <a:solidFill>
            <a:schemeClr val="accent3"/>
          </a:solidFill>
          <a:prstDash val="solid"/>
        </a:ln>
        <a:effectLst/>
      </dsp:spPr>
      <dsp:style>
        <a:lnRef idx="2">
          <a:schemeClr val="accent3"/>
        </a:lnRef>
        <a:fillRef idx="1">
          <a:schemeClr val="lt1"/>
        </a:fillRef>
        <a:effectRef idx="0">
          <a:schemeClr val="accent3"/>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kern="1200" dirty="0"/>
            <a:t>•</a:t>
          </a:r>
          <a:r>
            <a:rPr lang="en-US" sz="1300" kern="1200" dirty="0"/>
            <a:t>Other factors, like exercise and total calories, likely affect BMI more</a:t>
          </a:r>
          <a:r>
            <a:rPr lang="en-IN" sz="1300" kern="1200" dirty="0"/>
            <a:t>.</a:t>
          </a:r>
        </a:p>
      </dsp:txBody>
      <dsp:txXfrm>
        <a:off x="15221" y="780063"/>
        <a:ext cx="8199158" cy="28136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8DD062-9A66-4E03-9406-B3250A17385E}">
      <dsp:nvSpPr>
        <dsp:cNvPr id="0" name=""/>
        <dsp:cNvSpPr/>
      </dsp:nvSpPr>
      <dsp:spPr>
        <a:xfrm>
          <a:off x="0" y="57696"/>
          <a:ext cx="7266039" cy="311805"/>
        </a:xfrm>
        <a:prstGeom prst="roundRect">
          <a:avLst/>
        </a:prstGeom>
        <a:solidFill>
          <a:schemeClr val="lt1"/>
        </a:solidFill>
        <a:ln w="25400" cap="flat" cmpd="sng" algn="ctr">
          <a:solidFill>
            <a:schemeClr val="accent2"/>
          </a:solid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kern="1200" dirty="0"/>
            <a:t>• </a:t>
          </a:r>
          <a:r>
            <a:rPr lang="en-US" sz="1300" kern="1200" dirty="0"/>
            <a:t>Low sugar consumers burn the most calories (29%), showing better fitness outcomes.</a:t>
          </a:r>
          <a:r>
            <a:rPr lang="en-IN" sz="1300" kern="1200" dirty="0"/>
            <a:t>.</a:t>
          </a:r>
        </a:p>
      </dsp:txBody>
      <dsp:txXfrm>
        <a:off x="15221" y="72917"/>
        <a:ext cx="7235597" cy="281363"/>
      </dsp:txXfrm>
    </dsp:sp>
    <dsp:sp modelId="{2AB479BB-6DEB-460E-8C9B-AFF303E11C8F}">
      <dsp:nvSpPr>
        <dsp:cNvPr id="0" name=""/>
        <dsp:cNvSpPr/>
      </dsp:nvSpPr>
      <dsp:spPr>
        <a:xfrm>
          <a:off x="0" y="415598"/>
          <a:ext cx="7266039" cy="311805"/>
        </a:xfrm>
        <a:prstGeom prst="roundRect">
          <a:avLst/>
        </a:prstGeom>
        <a:solidFill>
          <a:schemeClr val="lt1"/>
        </a:solidFill>
        <a:ln w="25400" cap="flat" cmpd="sng" algn="ctr">
          <a:solidFill>
            <a:schemeClr val="accent2"/>
          </a:solid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kern="1200" dirty="0"/>
            <a:t>• </a:t>
          </a:r>
          <a:r>
            <a:rPr lang="en-US" sz="1300" kern="1200" dirty="0"/>
            <a:t>Medium, high, and very high sugar groups have similar but slightly lower calorie burn levels.</a:t>
          </a:r>
          <a:endParaRPr lang="en-IN" sz="1300" kern="1200" dirty="0"/>
        </a:p>
      </dsp:txBody>
      <dsp:txXfrm>
        <a:off x="15221" y="430819"/>
        <a:ext cx="7235597" cy="281363"/>
      </dsp:txXfrm>
    </dsp:sp>
    <dsp:sp modelId="{433F9488-AB37-4169-B20F-7C4E13B36FB5}">
      <dsp:nvSpPr>
        <dsp:cNvPr id="0" name=""/>
        <dsp:cNvSpPr/>
      </dsp:nvSpPr>
      <dsp:spPr>
        <a:xfrm>
          <a:off x="0" y="764843"/>
          <a:ext cx="7266039" cy="311805"/>
        </a:xfrm>
        <a:prstGeom prst="roundRect">
          <a:avLst/>
        </a:prstGeom>
        <a:solidFill>
          <a:schemeClr val="lt1"/>
        </a:solidFill>
        <a:ln w="25400" cap="flat" cmpd="sng" algn="ctr">
          <a:solidFill>
            <a:schemeClr val="accent2"/>
          </a:solid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kern="1200" dirty="0"/>
            <a:t>• Controlled sugar intake supports better energy utilization and </a:t>
          </a:r>
          <a:r>
            <a:rPr lang="en-US" sz="1300" kern="1200" dirty="0"/>
            <a:t>supports improved workout performance.</a:t>
          </a:r>
          <a:r>
            <a:rPr lang="en-IN" sz="1300" kern="1200" dirty="0"/>
            <a:t>.</a:t>
          </a:r>
        </a:p>
      </dsp:txBody>
      <dsp:txXfrm>
        <a:off x="15221" y="780064"/>
        <a:ext cx="7235597" cy="28136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ACDFCA-F94A-4350-9F93-8ED5FE73609B}">
      <dsp:nvSpPr>
        <dsp:cNvPr id="0" name=""/>
        <dsp:cNvSpPr/>
      </dsp:nvSpPr>
      <dsp:spPr>
        <a:xfrm>
          <a:off x="0" y="76656"/>
          <a:ext cx="8101780" cy="335790"/>
        </a:xfrm>
        <a:prstGeom prst="round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dirty="0"/>
            <a:t>• </a:t>
          </a:r>
          <a:r>
            <a:rPr kumimoji="0" lang="en-US" altLang="en-US" sz="1400" i="0" u="none" strike="noStrike" kern="1200" cap="none" normalizeH="0" baseline="0" dirty="0">
              <a:ln>
                <a:noFill/>
              </a:ln>
              <a:solidFill>
                <a:schemeClr val="tx1"/>
              </a:solidFill>
              <a:effectLst/>
              <a:latin typeface="Arial" panose="020B0604020202020204" pitchFamily="34" charset="0"/>
            </a:rPr>
            <a:t>Calories burned are almost the same </a:t>
          </a:r>
          <a:r>
            <a:rPr kumimoji="0" lang="en-US" altLang="en-US" sz="1400" b="0" i="0" u="none" strike="noStrike" kern="1200" cap="none" normalizeH="0" baseline="0" dirty="0">
              <a:ln>
                <a:noFill/>
              </a:ln>
              <a:solidFill>
                <a:schemeClr val="tx1"/>
              </a:solidFill>
              <a:effectLst/>
              <a:latin typeface="Arial" panose="020B0604020202020204" pitchFamily="34" charset="0"/>
            </a:rPr>
            <a:t>for people who eat lunch and those who don’t</a:t>
          </a:r>
          <a:r>
            <a:rPr lang="en-IN" sz="1400" kern="1200" dirty="0"/>
            <a:t>.</a:t>
          </a:r>
        </a:p>
      </dsp:txBody>
      <dsp:txXfrm>
        <a:off x="16392" y="93048"/>
        <a:ext cx="8068996" cy="303006"/>
      </dsp:txXfrm>
    </dsp:sp>
    <dsp:sp modelId="{5E5A1A08-0408-4E2A-93AD-CA3EDFF737F3}">
      <dsp:nvSpPr>
        <dsp:cNvPr id="0" name=""/>
        <dsp:cNvSpPr/>
      </dsp:nvSpPr>
      <dsp:spPr>
        <a:xfrm>
          <a:off x="0" y="423269"/>
          <a:ext cx="8101780" cy="335790"/>
        </a:xfrm>
        <a:prstGeom prst="round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dirty="0"/>
            <a:t>•</a:t>
          </a:r>
          <a:r>
            <a:rPr lang="en-US" sz="1400" kern="1200" dirty="0"/>
            <a:t> </a:t>
          </a:r>
          <a:r>
            <a:rPr kumimoji="0" lang="en-US" altLang="en-US" sz="1400" i="0" u="none" strike="noStrike" kern="1200" cap="none" normalizeH="0" baseline="0" dirty="0">
              <a:ln>
                <a:noFill/>
              </a:ln>
              <a:solidFill>
                <a:schemeClr val="tx1"/>
              </a:solidFill>
              <a:effectLst/>
              <a:latin typeface="Arial" panose="020B0604020202020204" pitchFamily="34" charset="0"/>
            </a:rPr>
            <a:t>No major difference</a:t>
          </a:r>
          <a:r>
            <a:rPr kumimoji="0" lang="en-US" altLang="en-US" sz="1400" b="0" i="0" u="none" strike="noStrike" kern="1200" cap="none" normalizeH="0" baseline="0" dirty="0">
              <a:ln>
                <a:noFill/>
              </a:ln>
              <a:solidFill>
                <a:schemeClr val="tx1"/>
              </a:solidFill>
              <a:effectLst/>
              <a:latin typeface="Arial" panose="020B0604020202020204" pitchFamily="34" charset="0"/>
            </a:rPr>
            <a:t> in workout performance based on having lunch</a:t>
          </a:r>
          <a:r>
            <a:rPr lang="en-IN" sz="1400" kern="1200" dirty="0"/>
            <a:t>.</a:t>
          </a:r>
        </a:p>
      </dsp:txBody>
      <dsp:txXfrm>
        <a:off x="16392" y="439661"/>
        <a:ext cx="8068996" cy="303006"/>
      </dsp:txXfrm>
    </dsp:sp>
    <dsp:sp modelId="{A7AEF481-EFAC-4A80-8D05-B0CD7D414C92}">
      <dsp:nvSpPr>
        <dsp:cNvPr id="0" name=""/>
        <dsp:cNvSpPr/>
      </dsp:nvSpPr>
      <dsp:spPr>
        <a:xfrm>
          <a:off x="0" y="779715"/>
          <a:ext cx="8101780" cy="335790"/>
        </a:xfrm>
        <a:prstGeom prst="round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dirty="0"/>
            <a:t>• </a:t>
          </a:r>
          <a:r>
            <a:rPr kumimoji="0" lang="en-US" altLang="en-US" sz="1400" b="0" i="0" u="none" strike="noStrike" kern="1200" cap="none" normalizeH="0" baseline="0" dirty="0">
              <a:ln>
                <a:noFill/>
              </a:ln>
              <a:solidFill>
                <a:schemeClr val="tx1"/>
              </a:solidFill>
              <a:effectLst/>
              <a:latin typeface="Arial" panose="020B0604020202020204" pitchFamily="34" charset="0"/>
            </a:rPr>
            <a:t>Suggests that </a:t>
          </a:r>
          <a:r>
            <a:rPr kumimoji="0" lang="en-US" altLang="en-US" sz="1400" i="0" u="none" strike="noStrike" kern="1200" cap="none" normalizeH="0" baseline="0" dirty="0">
              <a:ln>
                <a:noFill/>
              </a:ln>
              <a:solidFill>
                <a:schemeClr val="tx1"/>
              </a:solidFill>
              <a:effectLst/>
              <a:latin typeface="Arial" panose="020B0604020202020204" pitchFamily="34" charset="0"/>
            </a:rPr>
            <a:t>meal timing (lunch) </a:t>
          </a:r>
          <a:r>
            <a:rPr kumimoji="0" lang="en-US" altLang="en-US" sz="1400" b="0" i="0" u="none" strike="noStrike" kern="1200" cap="none" normalizeH="0" baseline="0" dirty="0">
              <a:ln>
                <a:noFill/>
              </a:ln>
              <a:solidFill>
                <a:schemeClr val="tx1"/>
              </a:solidFill>
              <a:effectLst/>
              <a:latin typeface="Arial" panose="020B0604020202020204" pitchFamily="34" charset="0"/>
            </a:rPr>
            <a:t>doesn’t strongly affect calories burned</a:t>
          </a:r>
          <a:r>
            <a:rPr lang="en-IN" sz="1400" kern="1200" dirty="0"/>
            <a:t>.</a:t>
          </a:r>
        </a:p>
      </dsp:txBody>
      <dsp:txXfrm>
        <a:off x="16392" y="796107"/>
        <a:ext cx="8068996" cy="30300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4D3035-F1E6-48E9-AE44-7660B3D849B5}">
      <dsp:nvSpPr>
        <dsp:cNvPr id="0" name=""/>
        <dsp:cNvSpPr/>
      </dsp:nvSpPr>
      <dsp:spPr>
        <a:xfrm>
          <a:off x="0" y="6865"/>
          <a:ext cx="8229600" cy="335790"/>
        </a:xfrm>
        <a:prstGeom prst="roundRect">
          <a:avLst/>
        </a:prstGeom>
        <a:solidFill>
          <a:schemeClr val="lt1"/>
        </a:solidFill>
        <a:ln w="254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dirty="0"/>
            <a:t>• </a:t>
          </a:r>
          <a:r>
            <a:rPr kumimoji="0" lang="en-US" altLang="en-US" sz="1400" b="0" i="0" u="none" strike="noStrike" kern="1200" cap="none" normalizeH="0" baseline="0" dirty="0">
              <a:ln>
                <a:noFill/>
              </a:ln>
              <a:solidFill>
                <a:schemeClr val="tx1"/>
              </a:solidFill>
              <a:effectLst/>
              <a:latin typeface="Arial" panose="020B0604020202020204" pitchFamily="34" charset="0"/>
            </a:rPr>
            <a:t>The </a:t>
          </a:r>
          <a:r>
            <a:rPr kumimoji="0" lang="en-US" altLang="en-US" sz="1400" i="0" u="none" strike="noStrike" kern="1200" cap="none" normalizeH="0" baseline="0" dirty="0">
              <a:ln>
                <a:noFill/>
              </a:ln>
              <a:solidFill>
                <a:schemeClr val="tx1"/>
              </a:solidFill>
              <a:effectLst/>
              <a:latin typeface="Arial" panose="020B0604020202020204" pitchFamily="34" charset="0"/>
            </a:rPr>
            <a:t>average fat percentage fluctuates </a:t>
          </a:r>
          <a:r>
            <a:rPr kumimoji="0" lang="en-US" altLang="en-US" sz="1400" b="0" i="0" u="none" strike="noStrike" kern="1200" cap="none" normalizeH="0" baseline="0" dirty="0">
              <a:ln>
                <a:noFill/>
              </a:ln>
              <a:solidFill>
                <a:schemeClr val="tx1"/>
              </a:solidFill>
              <a:effectLst/>
              <a:latin typeface="Arial" panose="020B0604020202020204" pitchFamily="34" charset="0"/>
            </a:rPr>
            <a:t>across different ages without a clear trend</a:t>
          </a:r>
          <a:r>
            <a:rPr lang="en-IN" sz="1400" kern="1200" dirty="0"/>
            <a:t>.</a:t>
          </a:r>
        </a:p>
      </dsp:txBody>
      <dsp:txXfrm>
        <a:off x="16392" y="23257"/>
        <a:ext cx="8196816" cy="303006"/>
      </dsp:txXfrm>
    </dsp:sp>
    <dsp:sp modelId="{CF94DB48-2339-4F10-9279-2EA202EAB511}">
      <dsp:nvSpPr>
        <dsp:cNvPr id="0" name=""/>
        <dsp:cNvSpPr/>
      </dsp:nvSpPr>
      <dsp:spPr>
        <a:xfrm>
          <a:off x="0" y="382975"/>
          <a:ext cx="8229600" cy="335790"/>
        </a:xfrm>
        <a:prstGeom prst="roundRect">
          <a:avLst/>
        </a:prstGeom>
        <a:solidFill>
          <a:schemeClr val="lt1"/>
        </a:solidFill>
        <a:ln w="254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dirty="0"/>
            <a:t>• </a:t>
          </a:r>
          <a:r>
            <a:rPr kumimoji="0" lang="en-US" altLang="en-US" sz="1400" b="0" i="0" u="none" strike="noStrike" kern="1200" cap="none" normalizeH="0" baseline="0" dirty="0">
              <a:ln>
                <a:noFill/>
              </a:ln>
              <a:solidFill>
                <a:schemeClr val="tx1"/>
              </a:solidFill>
              <a:effectLst/>
              <a:latin typeface="Arial" panose="020B0604020202020204" pitchFamily="34" charset="0"/>
            </a:rPr>
            <a:t>Slight </a:t>
          </a:r>
          <a:r>
            <a:rPr kumimoji="0" lang="en-US" altLang="en-US" sz="1400" i="0" u="none" strike="noStrike" kern="1200" cap="none" normalizeH="0" baseline="0" dirty="0">
              <a:ln>
                <a:noFill/>
              </a:ln>
              <a:solidFill>
                <a:schemeClr val="tx1"/>
              </a:solidFill>
              <a:effectLst/>
              <a:latin typeface="Arial" panose="020B0604020202020204" pitchFamily="34" charset="0"/>
            </a:rPr>
            <a:t>increase in fat percentage is seen around older ages (50–60)</a:t>
          </a:r>
          <a:r>
            <a:rPr lang="en-IN" sz="1400" kern="1200" dirty="0"/>
            <a:t>.</a:t>
          </a:r>
        </a:p>
      </dsp:txBody>
      <dsp:txXfrm>
        <a:off x="16392" y="399367"/>
        <a:ext cx="8196816" cy="303006"/>
      </dsp:txXfrm>
    </dsp:sp>
    <dsp:sp modelId="{19377B3A-AAB3-4600-A82A-2CBDEB2F3AA4}">
      <dsp:nvSpPr>
        <dsp:cNvPr id="0" name=""/>
        <dsp:cNvSpPr/>
      </dsp:nvSpPr>
      <dsp:spPr>
        <a:xfrm>
          <a:off x="0" y="759085"/>
          <a:ext cx="8229600" cy="335790"/>
        </a:xfrm>
        <a:prstGeom prst="roundRect">
          <a:avLst/>
        </a:prstGeom>
        <a:solidFill>
          <a:schemeClr val="lt1"/>
        </a:solidFill>
        <a:ln w="254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dirty="0"/>
            <a:t>• </a:t>
          </a:r>
          <a:r>
            <a:rPr kumimoji="0" lang="en-US" altLang="en-US" sz="1400" b="0" i="0" u="none" strike="noStrike" kern="1200" cap="none" normalizeH="0" baseline="0" dirty="0">
              <a:ln>
                <a:noFill/>
              </a:ln>
              <a:solidFill>
                <a:schemeClr val="tx1"/>
              </a:solidFill>
              <a:effectLst/>
              <a:latin typeface="Arial" panose="020B0604020202020204" pitchFamily="34" charset="0"/>
            </a:rPr>
            <a:t>Indicates that </a:t>
          </a:r>
          <a:r>
            <a:rPr kumimoji="0" lang="en-US" altLang="en-US" sz="1400" i="0" u="none" strike="noStrike" kern="1200" cap="none" normalizeH="0" baseline="0" dirty="0">
              <a:ln>
                <a:noFill/>
              </a:ln>
              <a:solidFill>
                <a:schemeClr val="tx1"/>
              </a:solidFill>
              <a:effectLst/>
              <a:latin typeface="Arial" panose="020B0604020202020204" pitchFamily="34" charset="0"/>
            </a:rPr>
            <a:t>fat levels vary individually </a:t>
          </a:r>
          <a:r>
            <a:rPr kumimoji="0" lang="en-US" altLang="en-US" sz="1400" b="0" i="0" u="none" strike="noStrike" kern="1200" cap="none" normalizeH="0" baseline="0" dirty="0">
              <a:ln>
                <a:noFill/>
              </a:ln>
              <a:solidFill>
                <a:schemeClr val="tx1"/>
              </a:solidFill>
              <a:effectLst/>
              <a:latin typeface="Arial" panose="020B0604020202020204" pitchFamily="34" charset="0"/>
            </a:rPr>
            <a:t>rather than consistently with age</a:t>
          </a:r>
          <a:r>
            <a:rPr lang="en-IN" sz="1400" kern="1200" dirty="0"/>
            <a:t>.</a:t>
          </a:r>
        </a:p>
      </dsp:txBody>
      <dsp:txXfrm>
        <a:off x="16392" y="775477"/>
        <a:ext cx="8196816" cy="30300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7224D8-0BC6-41FD-B2EF-3CE94F6C8D13}">
      <dsp:nvSpPr>
        <dsp:cNvPr id="0" name=""/>
        <dsp:cNvSpPr/>
      </dsp:nvSpPr>
      <dsp:spPr>
        <a:xfrm>
          <a:off x="0" y="2442"/>
          <a:ext cx="8229600" cy="311805"/>
        </a:xfrm>
        <a:prstGeom prst="roundRect">
          <a:avLst/>
        </a:prstGeom>
        <a:solidFill>
          <a:schemeClr val="lt1"/>
        </a:solidFill>
        <a:ln w="25400" cap="flat" cmpd="sng" algn="ctr">
          <a:solidFill>
            <a:srgbClr val="00B050"/>
          </a:solid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kern="1200" dirty="0"/>
            <a:t>• </a:t>
          </a:r>
          <a:r>
            <a:rPr kumimoji="0" lang="en-US" altLang="en-US" sz="1300" b="0" i="0" u="none" strike="noStrike" kern="1200" cap="none" normalizeH="0" baseline="0" dirty="0">
              <a:ln>
                <a:noFill/>
              </a:ln>
              <a:solidFill>
                <a:schemeClr val="tx1"/>
              </a:solidFill>
              <a:effectLst/>
              <a:latin typeface="Arial" panose="020B0604020202020204" pitchFamily="34" charset="0"/>
            </a:rPr>
            <a:t>Calorie intake </a:t>
          </a:r>
          <a:r>
            <a:rPr kumimoji="0" lang="en-US" altLang="en-US" sz="1300" i="0" u="none" strike="noStrike" kern="1200" cap="none" normalizeH="0" baseline="0" dirty="0">
              <a:ln>
                <a:noFill/>
              </a:ln>
              <a:solidFill>
                <a:schemeClr val="tx1"/>
              </a:solidFill>
              <a:effectLst/>
              <a:latin typeface="Arial" panose="020B0604020202020204" pitchFamily="34" charset="0"/>
            </a:rPr>
            <a:t>increases with age</a:t>
          </a:r>
          <a:r>
            <a:rPr kumimoji="0" lang="en-US" altLang="en-US" sz="1300" b="0" i="0" u="none" strike="noStrike" kern="1200" cap="none" normalizeH="0" baseline="0" dirty="0">
              <a:ln>
                <a:noFill/>
              </a:ln>
              <a:solidFill>
                <a:schemeClr val="tx1"/>
              </a:solidFill>
              <a:effectLst/>
              <a:latin typeface="Arial" panose="020B0604020202020204" pitchFamily="34" charset="0"/>
            </a:rPr>
            <a:t>, peaking between </a:t>
          </a:r>
          <a:r>
            <a:rPr kumimoji="0" lang="en-US" altLang="en-US" sz="1300" i="0" u="none" strike="noStrike" kern="1200" cap="none" normalizeH="0" baseline="0" dirty="0">
              <a:ln>
                <a:noFill/>
              </a:ln>
              <a:solidFill>
                <a:schemeClr val="tx1"/>
              </a:solidFill>
              <a:effectLst/>
              <a:latin typeface="Arial" panose="020B0604020202020204" pitchFamily="34" charset="0"/>
            </a:rPr>
            <a:t>41–60 years</a:t>
          </a:r>
          <a:r>
            <a:rPr lang="en-IN" sz="1300" kern="1200" dirty="0"/>
            <a:t>.</a:t>
          </a:r>
        </a:p>
      </dsp:txBody>
      <dsp:txXfrm>
        <a:off x="15221" y="17663"/>
        <a:ext cx="8199158" cy="281363"/>
      </dsp:txXfrm>
    </dsp:sp>
    <dsp:sp modelId="{64A96510-AD3E-4437-87AC-DB0119739B51}">
      <dsp:nvSpPr>
        <dsp:cNvPr id="0" name=""/>
        <dsp:cNvSpPr/>
      </dsp:nvSpPr>
      <dsp:spPr>
        <a:xfrm>
          <a:off x="0" y="351688"/>
          <a:ext cx="8229600" cy="311805"/>
        </a:xfrm>
        <a:prstGeom prst="roundRect">
          <a:avLst/>
        </a:prstGeom>
        <a:solidFill>
          <a:schemeClr val="lt1"/>
        </a:solidFill>
        <a:ln w="25400" cap="flat" cmpd="sng" algn="ctr">
          <a:solidFill>
            <a:srgbClr val="008E40"/>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kern="1200" dirty="0"/>
            <a:t>• </a:t>
          </a:r>
          <a:r>
            <a:rPr kumimoji="0" lang="en-US" altLang="en-US" sz="1300" i="0" u="none" strike="noStrike" kern="1200" cap="none" normalizeH="0" baseline="0" dirty="0" err="1">
              <a:ln>
                <a:noFill/>
              </a:ln>
              <a:solidFill>
                <a:schemeClr val="tx1"/>
              </a:solidFill>
              <a:effectLst/>
              <a:latin typeface="Arial" panose="020B0604020202020204" pitchFamily="34" charset="0"/>
            </a:rPr>
            <a:t>Grains,meat</a:t>
          </a:r>
          <a:r>
            <a:rPr kumimoji="0" lang="en-US" altLang="en-US" sz="1300" i="0" u="none" strike="noStrike" kern="1200" cap="none" normalizeH="0" baseline="0" dirty="0">
              <a:ln>
                <a:noFill/>
              </a:ln>
              <a:solidFill>
                <a:schemeClr val="tx1"/>
              </a:solidFill>
              <a:effectLst/>
              <a:latin typeface="Arial" panose="020B0604020202020204" pitchFamily="34" charset="0"/>
            </a:rPr>
            <a:t>, and dairy </a:t>
          </a:r>
          <a:r>
            <a:rPr kumimoji="0" lang="en-US" altLang="en-US" sz="1300" b="0" i="0" u="none" strike="noStrike" kern="1200" cap="none" normalizeH="0" baseline="0" dirty="0">
              <a:ln>
                <a:noFill/>
              </a:ln>
              <a:solidFill>
                <a:schemeClr val="tx1"/>
              </a:solidFill>
              <a:effectLst/>
              <a:latin typeface="Arial" panose="020B0604020202020204" pitchFamily="34" charset="0"/>
            </a:rPr>
            <a:t>are the </a:t>
          </a:r>
          <a:r>
            <a:rPr kumimoji="0" lang="en-US" altLang="en-US" sz="1300" i="0" u="none" strike="noStrike" kern="1200" cap="none" normalizeH="0" baseline="0" dirty="0">
              <a:ln>
                <a:noFill/>
              </a:ln>
              <a:solidFill>
                <a:schemeClr val="tx1"/>
              </a:solidFill>
              <a:effectLst/>
              <a:latin typeface="Arial" panose="020B0604020202020204" pitchFamily="34" charset="0"/>
            </a:rPr>
            <a:t>major calorie contributors </a:t>
          </a:r>
          <a:r>
            <a:rPr kumimoji="0" lang="en-US" altLang="en-US" sz="1300" b="0" i="0" u="none" strike="noStrike" kern="1200" cap="none" normalizeH="0" baseline="0" dirty="0">
              <a:ln>
                <a:noFill/>
              </a:ln>
              <a:solidFill>
                <a:schemeClr val="tx1"/>
              </a:solidFill>
              <a:effectLst/>
              <a:latin typeface="Arial" panose="020B0604020202020204" pitchFamily="34" charset="0"/>
            </a:rPr>
            <a:t>across all age groups</a:t>
          </a:r>
          <a:r>
            <a:rPr lang="en-IN" sz="1300" kern="1200" dirty="0"/>
            <a:t>.</a:t>
          </a:r>
        </a:p>
      </dsp:txBody>
      <dsp:txXfrm>
        <a:off x="15221" y="366909"/>
        <a:ext cx="8199158" cy="281363"/>
      </dsp:txXfrm>
    </dsp:sp>
    <dsp:sp modelId="{13511E1F-DE25-40C9-8064-1AECE19C988C}">
      <dsp:nvSpPr>
        <dsp:cNvPr id="0" name=""/>
        <dsp:cNvSpPr/>
      </dsp:nvSpPr>
      <dsp:spPr>
        <a:xfrm>
          <a:off x="0" y="700933"/>
          <a:ext cx="8229600" cy="311805"/>
        </a:xfrm>
        <a:prstGeom prst="roundRect">
          <a:avLst/>
        </a:prstGeom>
        <a:solidFill>
          <a:schemeClr val="lt1"/>
        </a:solidFill>
        <a:ln w="25400" cap="flat" cmpd="sng" algn="ctr">
          <a:solidFill>
            <a:srgbClr val="008E40"/>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kern="1200" dirty="0"/>
            <a:t>• </a:t>
          </a:r>
          <a:r>
            <a:rPr kumimoji="0" lang="en-US" altLang="en-US" sz="1300" b="0" i="0" u="none" strike="noStrike" kern="1200" cap="none" normalizeH="0" baseline="0" dirty="0">
              <a:ln>
                <a:noFill/>
              </a:ln>
              <a:solidFill>
                <a:schemeClr val="tx1"/>
              </a:solidFill>
              <a:effectLst/>
              <a:latin typeface="Arial" panose="020B0604020202020204" pitchFamily="34" charset="0"/>
            </a:rPr>
            <a:t>The </a:t>
          </a:r>
          <a:r>
            <a:rPr kumimoji="0" lang="en-US" altLang="en-US" sz="1300" i="0" u="none" strike="noStrike" kern="1200" cap="none" normalizeH="0" baseline="0" dirty="0">
              <a:ln>
                <a:noFill/>
              </a:ln>
              <a:solidFill>
                <a:schemeClr val="tx1"/>
              </a:solidFill>
              <a:effectLst/>
              <a:latin typeface="Arial" panose="020B0604020202020204" pitchFamily="34" charset="0"/>
            </a:rPr>
            <a:t>under-20 group consumes the least calories</a:t>
          </a:r>
          <a:r>
            <a:rPr kumimoji="0" lang="en-US" altLang="en-US" sz="1300" b="0" i="0" u="none" strike="noStrike" kern="1200" cap="none" normalizeH="0" baseline="0" dirty="0">
              <a:ln>
                <a:noFill/>
              </a:ln>
              <a:solidFill>
                <a:schemeClr val="tx1"/>
              </a:solidFill>
              <a:effectLst/>
              <a:latin typeface="Arial" panose="020B0604020202020204" pitchFamily="34" charset="0"/>
            </a:rPr>
            <a:t>, </a:t>
          </a:r>
          <a:r>
            <a:rPr kumimoji="0" lang="en-US" altLang="en-US" sz="1300" i="0" u="none" strike="noStrike" kern="1200" cap="none" normalizeH="0" baseline="0" dirty="0">
              <a:ln>
                <a:noFill/>
              </a:ln>
              <a:solidFill>
                <a:schemeClr val="tx1"/>
              </a:solidFill>
              <a:effectLst/>
              <a:latin typeface="Arial" panose="020B0604020202020204" pitchFamily="34" charset="0"/>
            </a:rPr>
            <a:t>while older adult (51-60) consumes a balanced diet.</a:t>
          </a:r>
          <a:endParaRPr lang="en-IN" sz="1300" kern="1200" dirty="0"/>
        </a:p>
      </dsp:txBody>
      <dsp:txXfrm>
        <a:off x="15221" y="716154"/>
        <a:ext cx="8199158" cy="28136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A468DE-9E44-4C0B-8955-F0F8F98A8529}">
      <dsp:nvSpPr>
        <dsp:cNvPr id="0" name=""/>
        <dsp:cNvSpPr/>
      </dsp:nvSpPr>
      <dsp:spPr>
        <a:xfrm>
          <a:off x="0" y="36774"/>
          <a:ext cx="8229600" cy="596700"/>
        </a:xfrm>
        <a:prstGeom prst="roundRect">
          <a:avLst/>
        </a:prstGeom>
        <a:solidFill>
          <a:schemeClr val="lt1"/>
        </a:solidFill>
        <a:ln w="25400" cap="flat" cmpd="sng" algn="ctr">
          <a:solidFill>
            <a:srgbClr val="C00000"/>
          </a:solid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dirty="0"/>
            <a:t>•</a:t>
          </a:r>
          <a:r>
            <a:rPr lang="en-US" sz="1500" kern="1200" dirty="0"/>
            <a:t>The correlation between dietary factors (calories, protein) and fitness metrics (BMI, calories burned) appears to be very weak.</a:t>
          </a:r>
          <a:endParaRPr lang="en-IN" sz="1500" kern="1200" dirty="0"/>
        </a:p>
      </dsp:txBody>
      <dsp:txXfrm>
        <a:off x="29128" y="65902"/>
        <a:ext cx="8171344" cy="538444"/>
      </dsp:txXfrm>
    </dsp:sp>
    <dsp:sp modelId="{1CB38A43-2F24-4799-BB1D-BF4BE885B99C}">
      <dsp:nvSpPr>
        <dsp:cNvPr id="0" name=""/>
        <dsp:cNvSpPr/>
      </dsp:nvSpPr>
      <dsp:spPr>
        <a:xfrm>
          <a:off x="0" y="676674"/>
          <a:ext cx="8229600" cy="596700"/>
        </a:xfrm>
        <a:prstGeom prst="roundRect">
          <a:avLst/>
        </a:prstGeom>
        <a:solidFill>
          <a:schemeClr val="lt1"/>
        </a:solidFill>
        <a:ln w="25400" cap="flat" cmpd="sng" algn="ctr">
          <a:solidFill>
            <a:srgbClr val="C00000"/>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dirty="0"/>
            <a:t>• </a:t>
          </a:r>
          <a:r>
            <a:rPr lang="en-US" sz="1500" kern="1200" dirty="0"/>
            <a:t>This indicates that dietary intake alone may not strongly influence BMI or calorie expenditure - exercise habits and individual metabolism likely have a greater impact</a:t>
          </a:r>
          <a:r>
            <a:rPr lang="en-IN" sz="1500" kern="1200" dirty="0"/>
            <a:t>.</a:t>
          </a:r>
        </a:p>
      </dsp:txBody>
      <dsp:txXfrm>
        <a:off x="29128" y="705802"/>
        <a:ext cx="8171344" cy="53844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44F00F-8A33-4726-B305-E068D04DFF58}">
      <dsp:nvSpPr>
        <dsp:cNvPr id="0" name=""/>
        <dsp:cNvSpPr/>
      </dsp:nvSpPr>
      <dsp:spPr>
        <a:xfrm>
          <a:off x="0" y="501501"/>
          <a:ext cx="8229600" cy="835379"/>
        </a:xfrm>
        <a:prstGeom prst="roundRect">
          <a:avLst/>
        </a:prstGeom>
        <a:solidFill>
          <a:schemeClr val="lt1"/>
        </a:solidFill>
        <a:ln w="254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dirty="0"/>
            <a:t>•</a:t>
          </a:r>
          <a:r>
            <a:rPr lang="en-US" sz="2100" kern="1200" dirty="0"/>
            <a:t>Weak correlations found between diet metrics and fitness outcomes, suggesting limited direct impact of macronutrients on calorie burn or BMI</a:t>
          </a:r>
          <a:endParaRPr lang="en-IN" sz="2100" kern="1200" dirty="0"/>
        </a:p>
      </dsp:txBody>
      <dsp:txXfrm>
        <a:off x="40780" y="542281"/>
        <a:ext cx="8148040" cy="753819"/>
      </dsp:txXfrm>
    </dsp:sp>
    <dsp:sp modelId="{0856B404-916A-493F-B17A-5855AE87BE44}">
      <dsp:nvSpPr>
        <dsp:cNvPr id="0" name=""/>
        <dsp:cNvSpPr/>
      </dsp:nvSpPr>
      <dsp:spPr>
        <a:xfrm>
          <a:off x="0" y="1397361"/>
          <a:ext cx="8229600" cy="835379"/>
        </a:xfrm>
        <a:prstGeom prst="roundRect">
          <a:avLst/>
        </a:prstGeom>
        <a:solidFill>
          <a:schemeClr val="lt1"/>
        </a:solidFill>
        <a:ln w="254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dirty="0"/>
            <a:t>•</a:t>
          </a:r>
          <a:r>
            <a:rPr lang="en-US" sz="2100" kern="1200" dirty="0"/>
            <a:t>Exercise consistency (frequency &amp; duration) has a strong positive impact on overall fitness.</a:t>
          </a:r>
          <a:endParaRPr lang="en-IN" sz="2100" kern="1200" dirty="0"/>
        </a:p>
      </dsp:txBody>
      <dsp:txXfrm>
        <a:off x="40780" y="1438141"/>
        <a:ext cx="8148040" cy="753819"/>
      </dsp:txXfrm>
    </dsp:sp>
    <dsp:sp modelId="{FE88C044-F165-4593-930F-B30D819A0A49}">
      <dsp:nvSpPr>
        <dsp:cNvPr id="0" name=""/>
        <dsp:cNvSpPr/>
      </dsp:nvSpPr>
      <dsp:spPr>
        <a:xfrm>
          <a:off x="0" y="2293221"/>
          <a:ext cx="8229600" cy="835379"/>
        </a:xfrm>
        <a:prstGeom prst="roundRect">
          <a:avLst/>
        </a:prstGeom>
        <a:solidFill>
          <a:schemeClr val="lt1"/>
        </a:solidFill>
        <a:ln w="254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dirty="0"/>
            <a:t>•</a:t>
          </a:r>
          <a:r>
            <a:rPr lang="en-US" sz="2100" kern="1200" dirty="0"/>
            <a:t>Moderate sugar intake still appears beneficial for calorie control.</a:t>
          </a:r>
          <a:endParaRPr lang="en-IN" sz="2100" kern="1200" dirty="0"/>
        </a:p>
      </dsp:txBody>
      <dsp:txXfrm>
        <a:off x="40780" y="2334001"/>
        <a:ext cx="8148040" cy="753819"/>
      </dsp:txXfrm>
    </dsp:sp>
    <dsp:sp modelId="{37824183-0E63-42AE-BD71-9EA1A1523D14}">
      <dsp:nvSpPr>
        <dsp:cNvPr id="0" name=""/>
        <dsp:cNvSpPr/>
      </dsp:nvSpPr>
      <dsp:spPr>
        <a:xfrm>
          <a:off x="0" y="3189081"/>
          <a:ext cx="8229600" cy="835379"/>
        </a:xfrm>
        <a:prstGeom prst="roundRect">
          <a:avLst/>
        </a:prstGeom>
        <a:solidFill>
          <a:schemeClr val="lt1"/>
        </a:solidFill>
        <a:ln w="254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dirty="0"/>
            <a:t>•</a:t>
          </a:r>
          <a:r>
            <a:rPr lang="en-US" sz="2100" kern="1200" dirty="0"/>
            <a:t>Overall, workout behavior plays a more significant role than diet composition in this dataset</a:t>
          </a:r>
          <a:r>
            <a:rPr lang="en-IN" sz="2100" kern="1200" dirty="0"/>
            <a:t>.</a:t>
          </a:r>
        </a:p>
      </dsp:txBody>
      <dsp:txXfrm>
        <a:off x="40780" y="3229861"/>
        <a:ext cx="8148040" cy="75381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06BB0D-A940-4D4F-ADFB-401319971A9D}">
      <dsp:nvSpPr>
        <dsp:cNvPr id="0" name=""/>
        <dsp:cNvSpPr/>
      </dsp:nvSpPr>
      <dsp:spPr>
        <a:xfrm>
          <a:off x="0" y="53571"/>
          <a:ext cx="8229600" cy="835379"/>
        </a:xfrm>
        <a:prstGeom prst="roundRect">
          <a:avLst/>
        </a:prstGeom>
        <a:solidFill>
          <a:schemeClr val="lt1"/>
        </a:solidFill>
        <a:ln w="2540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dirty="0"/>
            <a:t>•</a:t>
          </a:r>
          <a:r>
            <a:rPr lang="en-US" sz="2100" kern="1200" dirty="0"/>
            <a:t>Diet factors show minimal direct influence on fitness outcomes in this dataset</a:t>
          </a:r>
          <a:r>
            <a:rPr lang="en-IN" sz="2100" kern="1200" dirty="0"/>
            <a:t>.</a:t>
          </a:r>
        </a:p>
      </dsp:txBody>
      <dsp:txXfrm>
        <a:off x="40780" y="94351"/>
        <a:ext cx="8148040" cy="753819"/>
      </dsp:txXfrm>
    </dsp:sp>
    <dsp:sp modelId="{D418D486-57F7-458D-AA25-5D40AB0C6C47}">
      <dsp:nvSpPr>
        <dsp:cNvPr id="0" name=""/>
        <dsp:cNvSpPr/>
      </dsp:nvSpPr>
      <dsp:spPr>
        <a:xfrm>
          <a:off x="0" y="949431"/>
          <a:ext cx="8229600" cy="835379"/>
        </a:xfrm>
        <a:prstGeom prst="roundRect">
          <a:avLst/>
        </a:prstGeom>
        <a:solidFill>
          <a:schemeClr val="lt1"/>
        </a:solidFill>
        <a:ln w="2540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dirty="0"/>
            <a:t>•</a:t>
          </a:r>
          <a:r>
            <a:rPr lang="en-US" sz="2100" kern="1200" dirty="0"/>
            <a:t>Exercise habits (frequency and duration) are the key drivers of improved performance</a:t>
          </a:r>
          <a:r>
            <a:rPr lang="en-IN" sz="2100" kern="1200" dirty="0"/>
            <a:t>.</a:t>
          </a:r>
        </a:p>
      </dsp:txBody>
      <dsp:txXfrm>
        <a:off x="40780" y="990211"/>
        <a:ext cx="8148040" cy="753819"/>
      </dsp:txXfrm>
    </dsp:sp>
    <dsp:sp modelId="{F104CFA4-8DA5-4EC3-BC13-CB88FCA7C14E}">
      <dsp:nvSpPr>
        <dsp:cNvPr id="0" name=""/>
        <dsp:cNvSpPr/>
      </dsp:nvSpPr>
      <dsp:spPr>
        <a:xfrm>
          <a:off x="0" y="1845291"/>
          <a:ext cx="8229600" cy="835379"/>
        </a:xfrm>
        <a:prstGeom prst="roundRect">
          <a:avLst/>
        </a:prstGeom>
        <a:solidFill>
          <a:schemeClr val="lt1"/>
        </a:solidFill>
        <a:ln w="2540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dirty="0"/>
            <a:t>•</a:t>
          </a:r>
          <a:r>
            <a:rPr lang="en-US" sz="2100" kern="1200" dirty="0"/>
            <a:t>Balanced diet with controlled sugar intake supports overall calorie management</a:t>
          </a:r>
          <a:r>
            <a:rPr lang="en-IN" sz="2100" kern="1200" dirty="0"/>
            <a:t>.</a:t>
          </a:r>
        </a:p>
      </dsp:txBody>
      <dsp:txXfrm>
        <a:off x="40780" y="1886071"/>
        <a:ext cx="8148040" cy="753819"/>
      </dsp:txXfrm>
    </dsp:sp>
    <dsp:sp modelId="{9D397A63-4FBE-44DD-898F-B962E5F8D32D}">
      <dsp:nvSpPr>
        <dsp:cNvPr id="0" name=""/>
        <dsp:cNvSpPr/>
      </dsp:nvSpPr>
      <dsp:spPr>
        <a:xfrm>
          <a:off x="0" y="2741151"/>
          <a:ext cx="8229600" cy="835379"/>
        </a:xfrm>
        <a:prstGeom prst="roundRect">
          <a:avLst/>
        </a:prstGeom>
        <a:solidFill>
          <a:schemeClr val="lt1"/>
        </a:solidFill>
        <a:ln w="2540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dirty="0"/>
            <a:t>•</a:t>
          </a:r>
          <a:r>
            <a:rPr lang="en-US" sz="2100" kern="1200" dirty="0"/>
            <a:t>Regular exercise impacts fitness more than diet balance.</a:t>
          </a:r>
          <a:endParaRPr lang="en-IN" sz="2100" kern="1200" dirty="0"/>
        </a:p>
      </dsp:txBody>
      <dsp:txXfrm>
        <a:off x="40780" y="2781931"/>
        <a:ext cx="8148040" cy="753819"/>
      </dsp:txXfrm>
    </dsp:sp>
    <dsp:sp modelId="{D5EE92C3-5F85-4EF6-A820-8FFB25BD9C52}">
      <dsp:nvSpPr>
        <dsp:cNvPr id="0" name=""/>
        <dsp:cNvSpPr/>
      </dsp:nvSpPr>
      <dsp:spPr>
        <a:xfrm>
          <a:off x="0" y="3637011"/>
          <a:ext cx="8229600" cy="835379"/>
        </a:xfrm>
        <a:prstGeom prst="roundRect">
          <a:avLst/>
        </a:prstGeom>
        <a:solidFill>
          <a:schemeClr val="lt1"/>
        </a:solidFill>
        <a:ln w="2540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dirty="0"/>
            <a:t>• Future work: Include sleep, hydration, and stress data for deeper insights.</a:t>
          </a:r>
        </a:p>
      </dsp:txBody>
      <dsp:txXfrm>
        <a:off x="40780" y="3677791"/>
        <a:ext cx="8148040" cy="75381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CC0A48-11ED-45C3-BEFF-952F026C568F}">
      <dsp:nvSpPr>
        <dsp:cNvPr id="0" name=""/>
        <dsp:cNvSpPr/>
      </dsp:nvSpPr>
      <dsp:spPr>
        <a:xfrm>
          <a:off x="0" y="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2863674-F2E7-4648-8D6C-B9E5D00F738A}">
      <dsp:nvSpPr>
        <dsp:cNvPr id="0" name=""/>
        <dsp:cNvSpPr/>
      </dsp:nvSpPr>
      <dsp:spPr>
        <a:xfrm>
          <a:off x="0" y="0"/>
          <a:ext cx="8229600" cy="1131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N" sz="3000" kern="1200"/>
            <a:t>• Kaggle Datasets:</a:t>
          </a:r>
        </a:p>
      </dsp:txBody>
      <dsp:txXfrm>
        <a:off x="0" y="0"/>
        <a:ext cx="8229600" cy="1131490"/>
      </dsp:txXfrm>
    </dsp:sp>
    <dsp:sp modelId="{37B12739-0C0D-4F54-9920-F9CA3D245567}">
      <dsp:nvSpPr>
        <dsp:cNvPr id="0" name=""/>
        <dsp:cNvSpPr/>
      </dsp:nvSpPr>
      <dsp:spPr>
        <a:xfrm>
          <a:off x="0" y="113149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161A38-110B-4F06-9E06-A70D2270D72F}">
      <dsp:nvSpPr>
        <dsp:cNvPr id="0" name=""/>
        <dsp:cNvSpPr/>
      </dsp:nvSpPr>
      <dsp:spPr>
        <a:xfrm>
          <a:off x="0" y="1131490"/>
          <a:ext cx="8229600" cy="1131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N" sz="3000" kern="1200" dirty="0"/>
            <a:t>- Daily Food Nutrition Dataset</a:t>
          </a:r>
        </a:p>
      </dsp:txBody>
      <dsp:txXfrm>
        <a:off x="0" y="1131490"/>
        <a:ext cx="8229600" cy="1131490"/>
      </dsp:txXfrm>
    </dsp:sp>
    <dsp:sp modelId="{0E72BDDA-CE07-4A51-9384-D2A473E46ACF}">
      <dsp:nvSpPr>
        <dsp:cNvPr id="0" name=""/>
        <dsp:cNvSpPr/>
      </dsp:nvSpPr>
      <dsp:spPr>
        <a:xfrm>
          <a:off x="0" y="2262981"/>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EF34B7-4CE5-4369-B653-F88801F80812}">
      <dsp:nvSpPr>
        <dsp:cNvPr id="0" name=""/>
        <dsp:cNvSpPr/>
      </dsp:nvSpPr>
      <dsp:spPr>
        <a:xfrm>
          <a:off x="0" y="2262981"/>
          <a:ext cx="8229600" cy="1131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N" sz="3000" kern="1200"/>
            <a:t>- Gym Members Exercise Tracking</a:t>
          </a:r>
        </a:p>
      </dsp:txBody>
      <dsp:txXfrm>
        <a:off x="0" y="2262981"/>
        <a:ext cx="8229600" cy="1131490"/>
      </dsp:txXfrm>
    </dsp:sp>
    <dsp:sp modelId="{304725EA-3A29-41CE-8F7F-5D1C6F1ADF95}">
      <dsp:nvSpPr>
        <dsp:cNvPr id="0" name=""/>
        <dsp:cNvSpPr/>
      </dsp:nvSpPr>
      <dsp:spPr>
        <a:xfrm>
          <a:off x="0" y="3394472"/>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7603D4B-8CCB-481B-AB78-96600F674B89}">
      <dsp:nvSpPr>
        <dsp:cNvPr id="0" name=""/>
        <dsp:cNvSpPr/>
      </dsp:nvSpPr>
      <dsp:spPr>
        <a:xfrm>
          <a:off x="0" y="3394472"/>
          <a:ext cx="8229600" cy="1131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N" sz="3000" kern="1200"/>
            <a:t>• Python Libraries: pandas, matplotlib, seaborn,      	                                                numpy, python</a:t>
          </a:r>
        </a:p>
      </dsp:txBody>
      <dsp:txXfrm>
        <a:off x="0" y="3394472"/>
        <a:ext cx="8229600" cy="113149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BDC309-B48C-426B-9B86-D040352624E9}">
      <dsp:nvSpPr>
        <dsp:cNvPr id="0" name=""/>
        <dsp:cNvSpPr/>
      </dsp:nvSpPr>
      <dsp:spPr>
        <a:xfrm>
          <a:off x="0" y="4567"/>
          <a:ext cx="5456903" cy="57563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THANK YOU</a:t>
          </a:r>
          <a:endParaRPr lang="en-IN" sz="2400" kern="1200" dirty="0"/>
        </a:p>
      </dsp:txBody>
      <dsp:txXfrm>
        <a:off x="28100" y="32667"/>
        <a:ext cx="5400703" cy="51943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2.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3.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4.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5.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0.xml"/><Relationship Id="rId7" Type="http://schemas.openxmlformats.org/officeDocument/2006/relationships/image" Target="../media/image6.png"/><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image" Target="../media/image7.png"/><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8.pn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3.xml"/><Relationship Id="rId7" Type="http://schemas.openxmlformats.org/officeDocument/2006/relationships/image" Target="../media/image9.png"/><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4.xml"/><Relationship Id="rId7" Type="http://schemas.openxmlformats.org/officeDocument/2006/relationships/image" Target="../media/image10.png"/><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5.xml"/><Relationship Id="rId7" Type="http://schemas.openxmlformats.org/officeDocument/2006/relationships/image" Target="../media/image11.png"/><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7.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799" y="1470538"/>
            <a:ext cx="7946923" cy="1928966"/>
          </a:xfrm>
        </p:spPr>
        <p:txBody>
          <a:bodyPr>
            <a:normAutofit fontScale="90000"/>
          </a:bodyPr>
          <a:lstStyle/>
          <a:p>
            <a:r>
              <a:rPr dirty="0">
                <a:ln w="0"/>
                <a:effectLst>
                  <a:outerShdw blurRad="38100" dist="19050" dir="2700000" algn="tl" rotWithShape="0">
                    <a:schemeClr val="dk1">
                      <a:alpha val="40000"/>
                    </a:schemeClr>
                  </a:outerShdw>
                </a:effectLst>
              </a:rPr>
              <a:t>Analyzing the Relationship Between Diet Patterns and Fitness Outcomes</a:t>
            </a:r>
          </a:p>
        </p:txBody>
      </p:sp>
      <p:sp>
        <p:nvSpPr>
          <p:cNvPr id="3" name="Subtitle 2"/>
          <p:cNvSpPr>
            <a:spLocks noGrp="1"/>
          </p:cNvSpPr>
          <p:nvPr>
            <p:ph type="subTitle" idx="1"/>
          </p:nvPr>
        </p:nvSpPr>
        <p:spPr>
          <a:xfrm>
            <a:off x="1371600" y="4123504"/>
            <a:ext cx="6400800" cy="2091813"/>
          </a:xfrm>
        </p:spPr>
        <p:txBody>
          <a:bodyPr>
            <a:normAutofit fontScale="85000" lnSpcReduction="20000"/>
          </a:bodyPr>
          <a:lstStyle/>
          <a:p>
            <a:r>
              <a:rPr dirty="0"/>
              <a:t>A Data Analytics Mini Project</a:t>
            </a:r>
          </a:p>
          <a:p>
            <a:r>
              <a:rPr dirty="0"/>
              <a:t>By: </a:t>
            </a:r>
            <a:r>
              <a:rPr lang="en-US" dirty="0"/>
              <a:t>Amana Ismail</a:t>
            </a:r>
            <a:endParaRPr dirty="0"/>
          </a:p>
          <a:p>
            <a:r>
              <a:rPr dirty="0"/>
              <a:t>Tools Used: Python | Pandas | Matplotlib | Seaborn</a:t>
            </a:r>
          </a:p>
          <a:p>
            <a:r>
              <a:rPr dirty="0"/>
              <a:t>Dataset Source: Kaggle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59774"/>
            <a:ext cx="8229600" cy="1143000"/>
          </a:xfrm>
        </p:spPr>
        <p:txBody>
          <a:bodyPr/>
          <a:lstStyle/>
          <a:p>
            <a:r>
              <a:rPr dirty="0"/>
              <a:t>Introduction</a:t>
            </a:r>
          </a:p>
        </p:txBody>
      </p:sp>
      <p:graphicFrame>
        <p:nvGraphicFramePr>
          <p:cNvPr id="5" name="Content Placeholder 4">
            <a:extLst>
              <a:ext uri="{FF2B5EF4-FFF2-40B4-BE49-F238E27FC236}">
                <a16:creationId xmlns:a16="http://schemas.microsoft.com/office/drawing/2014/main" id="{0C1A7595-A5B3-3513-8157-5B504663050A}"/>
              </a:ext>
            </a:extLst>
          </p:cNvPr>
          <p:cNvGraphicFramePr>
            <a:graphicFrameLocks noGrp="1"/>
          </p:cNvGraphicFramePr>
          <p:nvPr>
            <p:ph idx="1"/>
            <p:extLst>
              <p:ext uri="{D42A27DB-BD31-4B8C-83A1-F6EECF244321}">
                <p14:modId xmlns:p14="http://schemas.microsoft.com/office/powerpoint/2010/main" val="4119189152"/>
              </p:ext>
            </p:extLst>
          </p:nvPr>
        </p:nvGraphicFramePr>
        <p:xfrm>
          <a:off x="457200" y="1791262"/>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9438"/>
            <a:ext cx="8229600" cy="1143000"/>
          </a:xfrm>
        </p:spPr>
        <p:txBody>
          <a:bodyPr/>
          <a:lstStyle/>
          <a:p>
            <a:r>
              <a:rPr dirty="0"/>
              <a:t>Problem Statement</a:t>
            </a:r>
          </a:p>
        </p:txBody>
      </p:sp>
      <p:graphicFrame>
        <p:nvGraphicFramePr>
          <p:cNvPr id="6" name="Content Placeholder 5">
            <a:extLst>
              <a:ext uri="{FF2B5EF4-FFF2-40B4-BE49-F238E27FC236}">
                <a16:creationId xmlns:a16="http://schemas.microsoft.com/office/drawing/2014/main" id="{F1BFFAB0-B2C5-B12B-FFCA-7A32873399D3}"/>
              </a:ext>
            </a:extLst>
          </p:cNvPr>
          <p:cNvGraphicFramePr>
            <a:graphicFrameLocks noGrp="1"/>
          </p:cNvGraphicFramePr>
          <p:nvPr>
            <p:ph idx="1"/>
            <p:extLst>
              <p:ext uri="{D42A27DB-BD31-4B8C-83A1-F6EECF244321}">
                <p14:modId xmlns:p14="http://schemas.microsoft.com/office/powerpoint/2010/main" val="2442063922"/>
              </p:ext>
            </p:extLst>
          </p:nvPr>
        </p:nvGraphicFramePr>
        <p:xfrm>
          <a:off x="457200" y="2219632"/>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8599"/>
            <a:ext cx="8229600" cy="1143000"/>
          </a:xfrm>
        </p:spPr>
        <p:txBody>
          <a:bodyPr/>
          <a:lstStyle/>
          <a:p>
            <a:r>
              <a:rPr dirty="0"/>
              <a:t>Proposed Solution</a:t>
            </a:r>
          </a:p>
        </p:txBody>
      </p:sp>
      <p:graphicFrame>
        <p:nvGraphicFramePr>
          <p:cNvPr id="4" name="Content Placeholder 3">
            <a:extLst>
              <a:ext uri="{FF2B5EF4-FFF2-40B4-BE49-F238E27FC236}">
                <a16:creationId xmlns:a16="http://schemas.microsoft.com/office/drawing/2014/main" id="{147165ED-758E-677F-9FE2-778E4E178443}"/>
              </a:ext>
            </a:extLst>
          </p:cNvPr>
          <p:cNvGraphicFramePr>
            <a:graphicFrameLocks noGrp="1"/>
          </p:cNvGraphicFramePr>
          <p:nvPr>
            <p:ph idx="1"/>
            <p:extLst>
              <p:ext uri="{D42A27DB-BD31-4B8C-83A1-F6EECF244321}">
                <p14:modId xmlns:p14="http://schemas.microsoft.com/office/powerpoint/2010/main" val="1440848280"/>
              </p:ext>
            </p:extLst>
          </p:nvPr>
        </p:nvGraphicFramePr>
        <p:xfrm>
          <a:off x="680883" y="2104103"/>
          <a:ext cx="7782233" cy="42580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46138"/>
            <a:ext cx="8229600" cy="1143000"/>
          </a:xfrm>
        </p:spPr>
        <p:txBody>
          <a:bodyPr/>
          <a:lstStyle/>
          <a:p>
            <a:r>
              <a:rPr dirty="0"/>
              <a:t>Dataset Overview</a:t>
            </a:r>
          </a:p>
        </p:txBody>
      </p:sp>
      <p:graphicFrame>
        <p:nvGraphicFramePr>
          <p:cNvPr id="4" name="Content Placeholder 3">
            <a:extLst>
              <a:ext uri="{FF2B5EF4-FFF2-40B4-BE49-F238E27FC236}">
                <a16:creationId xmlns:a16="http://schemas.microsoft.com/office/drawing/2014/main" id="{617C650C-CAD8-997C-366C-11751AACD57C}"/>
              </a:ext>
            </a:extLst>
          </p:cNvPr>
          <p:cNvGraphicFramePr>
            <a:graphicFrameLocks noGrp="1"/>
          </p:cNvGraphicFramePr>
          <p:nvPr>
            <p:ph idx="1"/>
            <p:extLst>
              <p:ext uri="{D42A27DB-BD31-4B8C-83A1-F6EECF244321}">
                <p14:modId xmlns:p14="http://schemas.microsoft.com/office/powerpoint/2010/main" val="2801007854"/>
              </p:ext>
            </p:extLst>
          </p:nvPr>
        </p:nvGraphicFramePr>
        <p:xfrm>
          <a:off x="457200" y="1927123"/>
          <a:ext cx="8229600" cy="43858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Workflow Diagram</a:t>
            </a:r>
          </a:p>
        </p:txBody>
      </p:sp>
      <p:pic>
        <p:nvPicPr>
          <p:cNvPr id="4" name="Content Placeholder 4">
            <a:extLst>
              <a:ext uri="{FF2B5EF4-FFF2-40B4-BE49-F238E27FC236}">
                <a16:creationId xmlns:a16="http://schemas.microsoft.com/office/drawing/2014/main" id="{C4A1D72D-B45C-E042-17E4-BEF2D6718359}"/>
              </a:ext>
            </a:extLst>
          </p:cNvPr>
          <p:cNvPicPr>
            <a:picLocks noGrp="1" noChangeAspect="1"/>
          </p:cNvPicPr>
          <p:nvPr>
            <p:ph idx="1"/>
          </p:nvPr>
        </p:nvPicPr>
        <p:blipFill>
          <a:blip r:embed="rId2"/>
          <a:stretch>
            <a:fillRect/>
          </a:stretch>
        </p:blipFill>
        <p:spPr>
          <a:xfrm>
            <a:off x="2920181" y="1600200"/>
            <a:ext cx="3333135" cy="4839929"/>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8542" y="702442"/>
            <a:ext cx="8229600" cy="1143000"/>
          </a:xfrm>
        </p:spPr>
        <p:txBody>
          <a:bodyPr/>
          <a:lstStyle/>
          <a:p>
            <a:r>
              <a:rPr dirty="0"/>
              <a:t>Tools Used</a:t>
            </a:r>
          </a:p>
        </p:txBody>
      </p:sp>
      <p:graphicFrame>
        <p:nvGraphicFramePr>
          <p:cNvPr id="4" name="Content Placeholder 3">
            <a:extLst>
              <a:ext uri="{FF2B5EF4-FFF2-40B4-BE49-F238E27FC236}">
                <a16:creationId xmlns:a16="http://schemas.microsoft.com/office/drawing/2014/main" id="{5924EEB0-3A57-EE80-CD01-A8723313F78F}"/>
              </a:ext>
            </a:extLst>
          </p:cNvPr>
          <p:cNvGraphicFramePr>
            <a:graphicFrameLocks noGrp="1"/>
          </p:cNvGraphicFramePr>
          <p:nvPr>
            <p:ph idx="1"/>
            <p:extLst>
              <p:ext uri="{D42A27DB-BD31-4B8C-83A1-F6EECF244321}">
                <p14:modId xmlns:p14="http://schemas.microsoft.com/office/powerpoint/2010/main" val="1068101309"/>
              </p:ext>
            </p:extLst>
          </p:nvPr>
        </p:nvGraphicFramePr>
        <p:xfrm>
          <a:off x="267929" y="2223885"/>
          <a:ext cx="8608142" cy="38222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943"/>
          </a:xfrm>
        </p:spPr>
        <p:txBody>
          <a:bodyPr>
            <a:normAutofit fontScale="90000"/>
          </a:bodyPr>
          <a:lstStyle/>
          <a:p>
            <a:r>
              <a:rPr dirty="0"/>
              <a:t>Age Distribution of Gym Members</a:t>
            </a:r>
          </a:p>
        </p:txBody>
      </p:sp>
      <p:graphicFrame>
        <p:nvGraphicFramePr>
          <p:cNvPr id="6" name="Content Placeholder 5">
            <a:extLst>
              <a:ext uri="{FF2B5EF4-FFF2-40B4-BE49-F238E27FC236}">
                <a16:creationId xmlns:a16="http://schemas.microsoft.com/office/drawing/2014/main" id="{2F29F7F2-F321-5F43-FD08-51E8B829B9BF}"/>
              </a:ext>
            </a:extLst>
          </p:cNvPr>
          <p:cNvGraphicFramePr>
            <a:graphicFrameLocks noGrp="1"/>
          </p:cNvGraphicFramePr>
          <p:nvPr>
            <p:ph idx="1"/>
            <p:extLst>
              <p:ext uri="{D42A27DB-BD31-4B8C-83A1-F6EECF244321}">
                <p14:modId xmlns:p14="http://schemas.microsoft.com/office/powerpoint/2010/main" val="3665155600"/>
              </p:ext>
            </p:extLst>
          </p:nvPr>
        </p:nvGraphicFramePr>
        <p:xfrm>
          <a:off x="457200" y="5294670"/>
          <a:ext cx="8229600" cy="15633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230AE2DA-00AD-3F5C-E0B2-53D60BEE1F66}"/>
              </a:ext>
            </a:extLst>
          </p:cNvPr>
          <p:cNvPicPr>
            <a:picLocks noChangeAspect="1"/>
          </p:cNvPicPr>
          <p:nvPr/>
        </p:nvPicPr>
        <p:blipFill>
          <a:blip r:embed="rId7"/>
          <a:stretch>
            <a:fillRect/>
          </a:stretch>
        </p:blipFill>
        <p:spPr>
          <a:xfrm>
            <a:off x="1752091" y="1012723"/>
            <a:ext cx="5639817" cy="428194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669259"/>
          </a:xfrm>
        </p:spPr>
        <p:txBody>
          <a:bodyPr>
            <a:normAutofit fontScale="90000"/>
          </a:bodyPr>
          <a:lstStyle/>
          <a:p>
            <a:r>
              <a:rPr lang="en-US" dirty="0"/>
              <a:t>D</a:t>
            </a:r>
            <a:r>
              <a:rPr dirty="0"/>
              <a:t>istribution of Weekly Exercise Minutes</a:t>
            </a:r>
          </a:p>
        </p:txBody>
      </p:sp>
      <p:graphicFrame>
        <p:nvGraphicFramePr>
          <p:cNvPr id="6" name="Content Placeholder 5">
            <a:extLst>
              <a:ext uri="{FF2B5EF4-FFF2-40B4-BE49-F238E27FC236}">
                <a16:creationId xmlns:a16="http://schemas.microsoft.com/office/drawing/2014/main" id="{153CF1D1-D784-F128-0E46-A485105A6792}"/>
              </a:ext>
            </a:extLst>
          </p:cNvPr>
          <p:cNvGraphicFramePr>
            <a:graphicFrameLocks noGrp="1"/>
          </p:cNvGraphicFramePr>
          <p:nvPr>
            <p:ph idx="1"/>
            <p:extLst>
              <p:ext uri="{D42A27DB-BD31-4B8C-83A1-F6EECF244321}">
                <p14:modId xmlns:p14="http://schemas.microsoft.com/office/powerpoint/2010/main" val="2653933056"/>
              </p:ext>
            </p:extLst>
          </p:nvPr>
        </p:nvGraphicFramePr>
        <p:xfrm>
          <a:off x="754626" y="5707626"/>
          <a:ext cx="7634748"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5E9B5F67-CD97-9613-585F-4AAB9B96AA97}"/>
              </a:ext>
            </a:extLst>
          </p:cNvPr>
          <p:cNvPicPr>
            <a:picLocks noChangeAspect="1"/>
          </p:cNvPicPr>
          <p:nvPr/>
        </p:nvPicPr>
        <p:blipFill>
          <a:blip r:embed="rId7"/>
          <a:stretch>
            <a:fillRect/>
          </a:stretch>
        </p:blipFill>
        <p:spPr>
          <a:xfrm>
            <a:off x="1366390" y="1386348"/>
            <a:ext cx="6411220" cy="42475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819" y="88490"/>
            <a:ext cx="8229600" cy="957981"/>
          </a:xfrm>
        </p:spPr>
        <p:txBody>
          <a:bodyPr/>
          <a:lstStyle/>
          <a:p>
            <a:r>
              <a:rPr dirty="0"/>
              <a:t>Calories Burned vs Dietary Calories</a:t>
            </a:r>
          </a:p>
        </p:txBody>
      </p:sp>
      <p:graphicFrame>
        <p:nvGraphicFramePr>
          <p:cNvPr id="4" name="Content Placeholder 3">
            <a:extLst>
              <a:ext uri="{FF2B5EF4-FFF2-40B4-BE49-F238E27FC236}">
                <a16:creationId xmlns:a16="http://schemas.microsoft.com/office/drawing/2014/main" id="{29008E84-9538-3188-0F0D-721533A3BBBB}"/>
              </a:ext>
            </a:extLst>
          </p:cNvPr>
          <p:cNvGraphicFramePr>
            <a:graphicFrameLocks noGrp="1"/>
          </p:cNvGraphicFramePr>
          <p:nvPr>
            <p:ph idx="1"/>
            <p:extLst>
              <p:ext uri="{D42A27DB-BD31-4B8C-83A1-F6EECF244321}">
                <p14:modId xmlns:p14="http://schemas.microsoft.com/office/powerpoint/2010/main" val="2299076572"/>
              </p:ext>
            </p:extLst>
          </p:nvPr>
        </p:nvGraphicFramePr>
        <p:xfrm>
          <a:off x="612058" y="4929083"/>
          <a:ext cx="8126361" cy="17648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8" name="Picture 17">
            <a:extLst>
              <a:ext uri="{FF2B5EF4-FFF2-40B4-BE49-F238E27FC236}">
                <a16:creationId xmlns:a16="http://schemas.microsoft.com/office/drawing/2014/main" id="{7DF7C3F7-8DA7-27A7-B4FE-4C6F8A2EDE1D}"/>
              </a:ext>
            </a:extLst>
          </p:cNvPr>
          <p:cNvPicPr>
            <a:picLocks noChangeAspect="1"/>
          </p:cNvPicPr>
          <p:nvPr/>
        </p:nvPicPr>
        <p:blipFill>
          <a:blip r:embed="rId7"/>
          <a:stretch>
            <a:fillRect/>
          </a:stretch>
        </p:blipFill>
        <p:spPr>
          <a:xfrm>
            <a:off x="1323521" y="1046471"/>
            <a:ext cx="6496957" cy="373120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Average Calories Burned per Age</a:t>
            </a:r>
          </a:p>
        </p:txBody>
      </p:sp>
      <p:graphicFrame>
        <p:nvGraphicFramePr>
          <p:cNvPr id="7" name="Content Placeholder 6">
            <a:extLst>
              <a:ext uri="{FF2B5EF4-FFF2-40B4-BE49-F238E27FC236}">
                <a16:creationId xmlns:a16="http://schemas.microsoft.com/office/drawing/2014/main" id="{C0999E9D-239D-B8D1-DA12-B6AB7E606579}"/>
              </a:ext>
            </a:extLst>
          </p:cNvPr>
          <p:cNvGraphicFramePr>
            <a:graphicFrameLocks noGrp="1"/>
          </p:cNvGraphicFramePr>
          <p:nvPr>
            <p:ph idx="1"/>
            <p:extLst>
              <p:ext uri="{D42A27DB-BD31-4B8C-83A1-F6EECF244321}">
                <p14:modId xmlns:p14="http://schemas.microsoft.com/office/powerpoint/2010/main" val="526072224"/>
              </p:ext>
            </p:extLst>
          </p:nvPr>
        </p:nvGraphicFramePr>
        <p:xfrm>
          <a:off x="1649361" y="5724833"/>
          <a:ext cx="5845277"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3E0676FC-78C6-1A64-2A17-481C24EAC74A}"/>
              </a:ext>
            </a:extLst>
          </p:cNvPr>
          <p:cNvPicPr>
            <a:picLocks noChangeAspect="1"/>
          </p:cNvPicPr>
          <p:nvPr/>
        </p:nvPicPr>
        <p:blipFill>
          <a:blip r:embed="rId7"/>
          <a:stretch>
            <a:fillRect/>
          </a:stretch>
        </p:blipFill>
        <p:spPr>
          <a:xfrm>
            <a:off x="1313995" y="1405348"/>
            <a:ext cx="6516009" cy="39934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Average BMI vs Protein Intake</a:t>
            </a:r>
          </a:p>
        </p:txBody>
      </p:sp>
      <p:graphicFrame>
        <p:nvGraphicFramePr>
          <p:cNvPr id="5" name="Content Placeholder 4">
            <a:extLst>
              <a:ext uri="{FF2B5EF4-FFF2-40B4-BE49-F238E27FC236}">
                <a16:creationId xmlns:a16="http://schemas.microsoft.com/office/drawing/2014/main" id="{8B827691-47E0-FE86-AC4E-3D28BB0B5565}"/>
              </a:ext>
            </a:extLst>
          </p:cNvPr>
          <p:cNvGraphicFramePr>
            <a:graphicFrameLocks noGrp="1"/>
          </p:cNvGraphicFramePr>
          <p:nvPr>
            <p:ph idx="1"/>
            <p:extLst>
              <p:ext uri="{D42A27DB-BD31-4B8C-83A1-F6EECF244321}">
                <p14:modId xmlns:p14="http://schemas.microsoft.com/office/powerpoint/2010/main" val="1939221782"/>
              </p:ext>
            </p:extLst>
          </p:nvPr>
        </p:nvGraphicFramePr>
        <p:xfrm>
          <a:off x="585019" y="5699954"/>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AC13D10F-FD7F-86C5-B315-016CB4B5E2D5}"/>
              </a:ext>
            </a:extLst>
          </p:cNvPr>
          <p:cNvPicPr>
            <a:picLocks noChangeAspect="1"/>
          </p:cNvPicPr>
          <p:nvPr/>
        </p:nvPicPr>
        <p:blipFill>
          <a:blip r:embed="rId7"/>
          <a:stretch>
            <a:fillRect/>
          </a:stretch>
        </p:blipFill>
        <p:spPr>
          <a:xfrm>
            <a:off x="1148247" y="1417638"/>
            <a:ext cx="6678230" cy="407859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943"/>
          </a:xfrm>
        </p:spPr>
        <p:txBody>
          <a:bodyPr>
            <a:normAutofit fontScale="90000"/>
          </a:bodyPr>
          <a:lstStyle/>
          <a:p>
            <a:r>
              <a:rPr dirty="0"/>
              <a:t>Calories Burned by Sugar Consumption Level</a:t>
            </a:r>
          </a:p>
        </p:txBody>
      </p:sp>
      <p:graphicFrame>
        <p:nvGraphicFramePr>
          <p:cNvPr id="4" name="Content Placeholder 3">
            <a:extLst>
              <a:ext uri="{FF2B5EF4-FFF2-40B4-BE49-F238E27FC236}">
                <a16:creationId xmlns:a16="http://schemas.microsoft.com/office/drawing/2014/main" id="{86E3A425-A8FF-7E32-3F0B-5EECCF559CDE}"/>
              </a:ext>
            </a:extLst>
          </p:cNvPr>
          <p:cNvGraphicFramePr>
            <a:graphicFrameLocks noGrp="1"/>
          </p:cNvGraphicFramePr>
          <p:nvPr>
            <p:ph idx="1"/>
            <p:extLst>
              <p:ext uri="{D42A27DB-BD31-4B8C-83A1-F6EECF244321}">
                <p14:modId xmlns:p14="http://schemas.microsoft.com/office/powerpoint/2010/main" val="1282726158"/>
              </p:ext>
            </p:extLst>
          </p:nvPr>
        </p:nvGraphicFramePr>
        <p:xfrm>
          <a:off x="938980" y="5657809"/>
          <a:ext cx="7266039" cy="11430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D001E5E9-8EED-9D37-6C32-80683D1E05EA}"/>
              </a:ext>
            </a:extLst>
          </p:cNvPr>
          <p:cNvPicPr>
            <a:picLocks noChangeAspect="1"/>
          </p:cNvPicPr>
          <p:nvPr/>
        </p:nvPicPr>
        <p:blipFill>
          <a:blip r:embed="rId7"/>
          <a:stretch>
            <a:fillRect/>
          </a:stretch>
        </p:blipFill>
        <p:spPr>
          <a:xfrm>
            <a:off x="1738257" y="1182657"/>
            <a:ext cx="5906324" cy="449268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Calories Burned Distribution for Lunch Meals</a:t>
            </a:r>
          </a:p>
        </p:txBody>
      </p:sp>
      <p:graphicFrame>
        <p:nvGraphicFramePr>
          <p:cNvPr id="4" name="Content Placeholder 3">
            <a:extLst>
              <a:ext uri="{FF2B5EF4-FFF2-40B4-BE49-F238E27FC236}">
                <a16:creationId xmlns:a16="http://schemas.microsoft.com/office/drawing/2014/main" id="{EB39A5BD-AAF7-BFA5-6CDA-BDA518941A44}"/>
              </a:ext>
            </a:extLst>
          </p:cNvPr>
          <p:cNvGraphicFramePr>
            <a:graphicFrameLocks noGrp="1"/>
          </p:cNvGraphicFramePr>
          <p:nvPr>
            <p:ph idx="1"/>
            <p:extLst>
              <p:ext uri="{D42A27DB-BD31-4B8C-83A1-F6EECF244321}">
                <p14:modId xmlns:p14="http://schemas.microsoft.com/office/powerpoint/2010/main" val="967118377"/>
              </p:ext>
            </p:extLst>
          </p:nvPr>
        </p:nvGraphicFramePr>
        <p:xfrm>
          <a:off x="585020" y="5607509"/>
          <a:ext cx="810178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D611FCEE-60FC-0700-A6D8-32E9BEB71E83}"/>
              </a:ext>
            </a:extLst>
          </p:cNvPr>
          <p:cNvPicPr>
            <a:picLocks noChangeAspect="1"/>
          </p:cNvPicPr>
          <p:nvPr/>
        </p:nvPicPr>
        <p:blipFill>
          <a:blip r:embed="rId7"/>
          <a:stretch>
            <a:fillRect/>
          </a:stretch>
        </p:blipFill>
        <p:spPr>
          <a:xfrm>
            <a:off x="1102448" y="1624079"/>
            <a:ext cx="6506483" cy="377698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27103"/>
          </a:xfrm>
        </p:spPr>
        <p:txBody>
          <a:bodyPr/>
          <a:lstStyle/>
          <a:p>
            <a:r>
              <a:rPr dirty="0"/>
              <a:t>Average Fat Percentage vs Age</a:t>
            </a:r>
          </a:p>
        </p:txBody>
      </p:sp>
      <p:graphicFrame>
        <p:nvGraphicFramePr>
          <p:cNvPr id="5" name="Content Placeholder 4">
            <a:extLst>
              <a:ext uri="{FF2B5EF4-FFF2-40B4-BE49-F238E27FC236}">
                <a16:creationId xmlns:a16="http://schemas.microsoft.com/office/drawing/2014/main" id="{12058255-2864-5A9C-A5FF-1ED6A47C97CD}"/>
              </a:ext>
            </a:extLst>
          </p:cNvPr>
          <p:cNvGraphicFramePr>
            <a:graphicFrameLocks noGrp="1"/>
          </p:cNvGraphicFramePr>
          <p:nvPr>
            <p:ph idx="1"/>
            <p:extLst>
              <p:ext uri="{D42A27DB-BD31-4B8C-83A1-F6EECF244321}">
                <p14:modId xmlns:p14="http://schemas.microsoft.com/office/powerpoint/2010/main" val="1782035991"/>
              </p:ext>
            </p:extLst>
          </p:nvPr>
        </p:nvGraphicFramePr>
        <p:xfrm>
          <a:off x="526026" y="5760647"/>
          <a:ext cx="8229600" cy="11017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B95C4393-C51C-3D7C-F556-498CDBF2488F}"/>
              </a:ext>
            </a:extLst>
          </p:cNvPr>
          <p:cNvPicPr>
            <a:picLocks noChangeAspect="1"/>
          </p:cNvPicPr>
          <p:nvPr/>
        </p:nvPicPr>
        <p:blipFill>
          <a:blip r:embed="rId7"/>
          <a:stretch>
            <a:fillRect/>
          </a:stretch>
        </p:blipFill>
        <p:spPr>
          <a:xfrm>
            <a:off x="1428311" y="1337522"/>
            <a:ext cx="6287377" cy="418295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Calorie Contribution by Food Category across Age Groups</a:t>
            </a:r>
          </a:p>
        </p:txBody>
      </p:sp>
      <p:graphicFrame>
        <p:nvGraphicFramePr>
          <p:cNvPr id="4" name="Content Placeholder 3">
            <a:extLst>
              <a:ext uri="{FF2B5EF4-FFF2-40B4-BE49-F238E27FC236}">
                <a16:creationId xmlns:a16="http://schemas.microsoft.com/office/drawing/2014/main" id="{BEFB2C42-495E-3703-3F86-09A48C170FF3}"/>
              </a:ext>
            </a:extLst>
          </p:cNvPr>
          <p:cNvGraphicFramePr>
            <a:graphicFrameLocks noGrp="1"/>
          </p:cNvGraphicFramePr>
          <p:nvPr>
            <p:ph idx="1"/>
            <p:extLst>
              <p:ext uri="{D42A27DB-BD31-4B8C-83A1-F6EECF244321}">
                <p14:modId xmlns:p14="http://schemas.microsoft.com/office/powerpoint/2010/main" val="3845163485"/>
              </p:ext>
            </p:extLst>
          </p:nvPr>
        </p:nvGraphicFramePr>
        <p:xfrm>
          <a:off x="388374" y="5820696"/>
          <a:ext cx="8229600" cy="10151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1CED94F9-719C-2B3E-301D-0DDE2C6C16D4}"/>
              </a:ext>
            </a:extLst>
          </p:cNvPr>
          <p:cNvPicPr>
            <a:picLocks noChangeAspect="1"/>
          </p:cNvPicPr>
          <p:nvPr/>
        </p:nvPicPr>
        <p:blipFill>
          <a:blip r:embed="rId7"/>
          <a:stretch>
            <a:fillRect/>
          </a:stretch>
        </p:blipFill>
        <p:spPr>
          <a:xfrm>
            <a:off x="577752" y="1717892"/>
            <a:ext cx="8040222" cy="38025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16" y="108155"/>
            <a:ext cx="10550013" cy="875070"/>
          </a:xfrm>
        </p:spPr>
        <p:txBody>
          <a:bodyPr>
            <a:normAutofit/>
          </a:bodyPr>
          <a:lstStyle/>
          <a:p>
            <a:r>
              <a:rPr sz="3600" dirty="0"/>
              <a:t>Correlation Heatmap (Diet vs Fitness Metrics)</a:t>
            </a:r>
          </a:p>
        </p:txBody>
      </p:sp>
      <p:graphicFrame>
        <p:nvGraphicFramePr>
          <p:cNvPr id="4" name="Content Placeholder 3">
            <a:extLst>
              <a:ext uri="{FF2B5EF4-FFF2-40B4-BE49-F238E27FC236}">
                <a16:creationId xmlns:a16="http://schemas.microsoft.com/office/drawing/2014/main" id="{71BC2CC1-44B8-A7AA-072A-7B2108B63B41}"/>
              </a:ext>
            </a:extLst>
          </p:cNvPr>
          <p:cNvGraphicFramePr>
            <a:graphicFrameLocks noGrp="1"/>
          </p:cNvGraphicFramePr>
          <p:nvPr>
            <p:ph idx="1"/>
            <p:extLst>
              <p:ext uri="{D42A27DB-BD31-4B8C-83A1-F6EECF244321}">
                <p14:modId xmlns:p14="http://schemas.microsoft.com/office/powerpoint/2010/main" val="2341083798"/>
              </p:ext>
            </p:extLst>
          </p:nvPr>
        </p:nvGraphicFramePr>
        <p:xfrm>
          <a:off x="545691" y="5547852"/>
          <a:ext cx="8229600" cy="13101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68CCC6EC-958D-E2D3-1918-1C2E5B8D4865}"/>
              </a:ext>
            </a:extLst>
          </p:cNvPr>
          <p:cNvPicPr>
            <a:picLocks noChangeAspect="1"/>
          </p:cNvPicPr>
          <p:nvPr/>
        </p:nvPicPr>
        <p:blipFill>
          <a:blip r:embed="rId7"/>
          <a:stretch>
            <a:fillRect/>
          </a:stretch>
        </p:blipFill>
        <p:spPr>
          <a:xfrm>
            <a:off x="942336" y="983225"/>
            <a:ext cx="6944694" cy="456317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p:graphicFrame>
        <p:nvGraphicFramePr>
          <p:cNvPr id="4" name="Content Placeholder 3">
            <a:extLst>
              <a:ext uri="{FF2B5EF4-FFF2-40B4-BE49-F238E27FC236}">
                <a16:creationId xmlns:a16="http://schemas.microsoft.com/office/drawing/2014/main" id="{7EF94B55-1E94-5581-E096-5DB25B8116DB}"/>
              </a:ext>
            </a:extLst>
          </p:cNvPr>
          <p:cNvGraphicFramePr>
            <a:graphicFrameLocks noGrp="1"/>
          </p:cNvGraphicFramePr>
          <p:nvPr>
            <p:ph idx="1"/>
            <p:extLst>
              <p:ext uri="{D42A27DB-BD31-4B8C-83A1-F6EECF244321}">
                <p14:modId xmlns:p14="http://schemas.microsoft.com/office/powerpoint/2010/main" val="558708313"/>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graphicFrame>
        <p:nvGraphicFramePr>
          <p:cNvPr id="4" name="Content Placeholder 3">
            <a:extLst>
              <a:ext uri="{FF2B5EF4-FFF2-40B4-BE49-F238E27FC236}">
                <a16:creationId xmlns:a16="http://schemas.microsoft.com/office/drawing/2014/main" id="{94D24F4D-D682-FE04-D484-D4BC668B102C}"/>
              </a:ext>
            </a:extLst>
          </p:cNvPr>
          <p:cNvGraphicFramePr>
            <a:graphicFrameLocks noGrp="1"/>
          </p:cNvGraphicFramePr>
          <p:nvPr>
            <p:ph idx="1"/>
            <p:extLst>
              <p:ext uri="{D42A27DB-BD31-4B8C-83A1-F6EECF244321}">
                <p14:modId xmlns:p14="http://schemas.microsoft.com/office/powerpoint/2010/main" val="3300910752"/>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graphicFrame>
        <p:nvGraphicFramePr>
          <p:cNvPr id="5" name="Content Placeholder 4">
            <a:extLst>
              <a:ext uri="{FF2B5EF4-FFF2-40B4-BE49-F238E27FC236}">
                <a16:creationId xmlns:a16="http://schemas.microsoft.com/office/drawing/2014/main" id="{86804FC5-95E8-B565-D5B4-17228A68A881}"/>
              </a:ext>
            </a:extLst>
          </p:cNvPr>
          <p:cNvGraphicFramePr>
            <a:graphicFrameLocks noGrp="1"/>
          </p:cNvGraphicFramePr>
          <p:nvPr>
            <p:ph idx="1"/>
            <p:extLst>
              <p:ext uri="{D42A27DB-BD31-4B8C-83A1-F6EECF244321}">
                <p14:modId xmlns:p14="http://schemas.microsoft.com/office/powerpoint/2010/main" val="2111271441"/>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4FB55DD0-2B12-8245-1B7F-BCD4E0C3F6B7}"/>
              </a:ext>
            </a:extLst>
          </p:cNvPr>
          <p:cNvGraphicFramePr/>
          <p:nvPr>
            <p:extLst>
              <p:ext uri="{D42A27DB-BD31-4B8C-83A1-F6EECF244321}">
                <p14:modId xmlns:p14="http://schemas.microsoft.com/office/powerpoint/2010/main" val="2741206320"/>
              </p:ext>
            </p:extLst>
          </p:nvPr>
        </p:nvGraphicFramePr>
        <p:xfrm>
          <a:off x="1843548" y="3116826"/>
          <a:ext cx="5456903" cy="584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70261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311</TotalTime>
  <Words>957</Words>
  <Application>Microsoft Office PowerPoint</Application>
  <PresentationFormat>On-screen Show (4:3)</PresentationFormat>
  <Paragraphs>84</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Analyzing the Relationship Between Diet Patterns and Fitness Outcomes</vt:lpstr>
      <vt:lpstr>Introduction</vt:lpstr>
      <vt:lpstr>Problem Statement</vt:lpstr>
      <vt:lpstr>Proposed Solution</vt:lpstr>
      <vt:lpstr>Dataset Overview</vt:lpstr>
      <vt:lpstr>Workflow Diagram</vt:lpstr>
      <vt:lpstr>Tools Used</vt:lpstr>
      <vt:lpstr>Age Distribution of Gym Members</vt:lpstr>
      <vt:lpstr>Distribution of Weekly Exercise Minutes</vt:lpstr>
      <vt:lpstr>Calories Burned vs Dietary Calories</vt:lpstr>
      <vt:lpstr>Average Calories Burned per Age</vt:lpstr>
      <vt:lpstr>Average BMI vs Protein Intake</vt:lpstr>
      <vt:lpstr>Calories Burned by Sugar Consumption Level</vt:lpstr>
      <vt:lpstr>Calories Burned Distribution for Lunch Meals</vt:lpstr>
      <vt:lpstr>Average Fat Percentage vs Age</vt:lpstr>
      <vt:lpstr>Calorie Contribution by Food Category across Age Groups</vt:lpstr>
      <vt:lpstr>Correlation Heatmap (Diet vs Fitness Metrics)</vt:lpstr>
      <vt:lpstr>Results</vt:lpstr>
      <vt:lpstr>Conclusion</vt:lpstr>
      <vt:lpstr>References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Amana Ismail</cp:lastModifiedBy>
  <cp:revision>8</cp:revision>
  <dcterms:created xsi:type="dcterms:W3CDTF">2013-01-27T09:14:16Z</dcterms:created>
  <dcterms:modified xsi:type="dcterms:W3CDTF">2025-11-01T17:05:02Z</dcterms:modified>
  <cp:category/>
</cp:coreProperties>
</file>